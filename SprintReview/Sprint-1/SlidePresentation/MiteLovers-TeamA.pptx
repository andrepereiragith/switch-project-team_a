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72" r:id="rId15"/>
    <p:sldId id="273" r:id="rId16"/>
    <p:sldId id="274" r:id="rId17"/>
    <p:sldId id="275" r:id="rId18"/>
    <p:sldId id="276" r:id="rId19"/>
    <p:sldId id="282" r:id="rId20"/>
    <p:sldId id="277" r:id="rId21"/>
    <p:sldId id="278" r:id="rId22"/>
    <p:sldId id="279" r:id="rId23"/>
    <p:sldId id="280" r:id="rId24"/>
    <p:sldId id="283" r:id="rId25"/>
    <p:sldId id="284" r:id="rId26"/>
  </p:sldIdLst>
  <p:sldSz cx="9144000" cy="5143500" type="screen16x9"/>
  <p:notesSz cx="6858000" cy="9144000"/>
  <p:embeddedFontLst>
    <p:embeddedFont>
      <p:font typeface="Arimo" panose="020B0604020202020204" pitchFamily="34" charset="0"/>
      <p:regular r:id="rId28"/>
      <p:bold r:id="rId29"/>
      <p:italic r:id="rId30"/>
      <p:boldItalic r:id="rId31"/>
    </p:embeddedFont>
    <p:embeddedFont>
      <p:font typeface="Krona One" panose="02010605030500060004" pitchFamily="2" charset="77"/>
      <p:regular r:id="rId32"/>
    </p:embeddedFont>
    <p:embeddedFont>
      <p:font typeface="Krub" pitchFamily="2" charset="-34"/>
      <p:regular r:id="rId33"/>
      <p:bold r:id="rId34"/>
      <p:italic r:id="rId35"/>
      <p:boldItalic r:id="rId36"/>
    </p:embeddedFont>
    <p:embeddedFont>
      <p:font typeface="Krub Light" pitchFamily="2" charset="-34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A361E8"/>
    <a:srgbClr val="542296"/>
    <a:srgbClr val="167222"/>
    <a:srgbClr val="B16416"/>
    <a:srgbClr val="546B66"/>
    <a:srgbClr val="1B367A"/>
    <a:srgbClr val="1F3D87"/>
    <a:srgbClr val="253754"/>
    <a:srgbClr val="145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B2A14C-317D-42E1-B773-244A062D6189}">
  <a:tblStyle styleId="{80B2A14C-317D-42E1-B773-244A062D6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19"/>
  </p:normalViewPr>
  <p:slideViewPr>
    <p:cSldViewPr snapToGrid="0">
      <p:cViewPr>
        <p:scale>
          <a:sx n="150" d="100"/>
          <a:sy n="150" d="100"/>
        </p:scale>
        <p:origin x="4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615ef1f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72" name="Google Shape;472;g1615ef1f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A78077A2-A323-E188-0E99-0196CCAB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7C7C5B12-1740-0EA5-8439-EBA4DBB7E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FD90F4CC-10AF-862A-18D2-2435EEF52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196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FCC8A870-F993-4470-E3D7-7D8C0800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29928438-8CCE-4421-FD2C-EF6ED4507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DFFC230E-7118-1D4C-4F7E-E98A1A0D0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170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377F9F0D-4E70-FE2C-988E-D2573CE2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983E0F67-5D83-F0F9-B072-E4F3DC347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5A98D6C3-415E-CE34-85CC-01F84E3CF2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327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FF4C164E-0506-09AB-0082-52918347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40E0D532-5084-57BC-5D28-CE8CC17EF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9BD4EA07-37CD-4AD1-8338-92F0DCBCA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755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1F9AD1AE-FC18-47DA-4D4E-AA690FF1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BA0378BC-0B26-AA6A-A32C-912E478B7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35BFD8B8-100A-AAC8-DDC1-A96F9B43D4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6474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7874C5B-6994-4A62-6B8B-41540616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1CBDAB21-5439-48E0-C116-2BB10EA47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E022D406-DFB0-31C1-188A-50625DF57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885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7A1228C7-7486-B84C-1F57-24D5A7BC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F65ED9B1-9F6D-CDA8-E2D2-30E41AEC8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037094DF-6BDA-D2B6-8F52-0BAC32657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799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49C43CA4-B2B5-6DB6-B188-E2359CF7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5FCBC1AD-5F24-FF65-1ADF-368693659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4AD3E2F4-0BB2-2A55-7A40-C2FC24D86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824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A63848A0-FB33-793F-75C8-3B020E69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5FFDA1D8-BA6B-B11D-5563-604469A67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4DC623D7-5F82-C90E-F2B1-709358367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532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86A0C4C7-F201-3B8A-D747-88F67F28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F319DB22-9A84-932D-FCB0-4CBA5A5B0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59D59DA8-1904-3553-0D49-F69785ABD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9676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1285C383-1585-9941-F3D1-B16FF536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24341664-23E8-959C-0A17-A4F47A6B0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148AA0DC-1307-57E9-56F8-559B7350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095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3F9ADBBF-D5D0-0B3E-5883-49ED9BA3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F5DD9A7A-BD58-4639-9902-C2665B806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848AABE0-8969-919C-4D9C-E81B25E52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028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7FC07AC4-9F71-22E0-FD95-1F7772A3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CD4447E1-B6C7-17CA-AA5C-E8FE22766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FB5A847D-36AD-4054-1F0B-6B9FB30A1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764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3357B972-79D9-B0F9-6232-D5519E84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B200A6AF-18CF-597B-2B3D-E43781C1B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1232E529-15D3-89CB-0EA5-F43D061B5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841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56D7416-DBBE-CD3B-39ED-228EA580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3D2B2A54-C490-F0F1-9137-9D1E41568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A97C4945-CF1C-C40E-0FB0-73C67BACD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0303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85AFF46F-D8AE-AF0C-68FC-1334477B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954F783A-6AD4-B5DE-B261-9110C4256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AE201313-0A38-6840-08A8-C62F3096C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811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E077CE6B-73BF-702C-A722-6EF5391E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6188D6FD-5F95-B7AB-1EBD-133B88A32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436E8B31-603B-9E9C-A68C-5D7781253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702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DCB7A3C8-475B-B48E-543B-F9B8B856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9033094F-C929-DBCC-903E-04FF5F391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4C70F5AB-24E9-A41A-78B8-DC3E2B9A7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097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76FB5F8A-34DF-D605-917C-544412F6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04319BCE-5E3C-1048-B682-D22FE872E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234F1A5E-4F23-4797-94A5-791DF8B1E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72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2585ED1-195C-74A8-732A-3863AAC1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EBA6480E-1376-7E73-01C3-CABF04A9D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1A85C990-4DB4-E609-E3C8-7EC5379A1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3093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EE14FFC-1FDC-49D0-A32B-42335721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398D3832-91AF-9602-4723-C904C6704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FB226C50-CBDA-ED31-8120-7E5D81FA7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91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737C159E-3E54-E72B-A10E-4C39F6C4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D9C81224-999F-8AC8-5A6A-975898FF7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1D178FCC-919B-88F6-CD71-650CD41C9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3892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38CEF73F-4384-76BD-5BFF-8CF16CF9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34176CDE-157A-8C29-6914-AC057F39B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836B0893-BF8A-8438-3D4D-FFF3FA2D3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03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11" name="Google Shape;11;p2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-1417975" y="2178212"/>
            <a:ext cx="2561150" cy="24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8071850" y="643500"/>
            <a:ext cx="1938900" cy="18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 rot="10800000" flipH="1">
            <a:off x="-2696003" y="-5215451"/>
            <a:ext cx="14472390" cy="14046753"/>
            <a:chOff x="-2541703" y="-3108251"/>
            <a:chExt cx="14472390" cy="14046753"/>
          </a:xfrm>
        </p:grpSpPr>
        <p:sp>
          <p:nvSpPr>
            <p:cNvPr id="76" name="Google Shape;76;p7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7"/>
          <p:cNvSpPr/>
          <p:nvPr/>
        </p:nvSpPr>
        <p:spPr>
          <a:xfrm rot="4815466">
            <a:off x="4079043" y="1600166"/>
            <a:ext cx="6935517" cy="6990261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881800" y="1378700"/>
            <a:ext cx="3476400" cy="15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2"/>
          </p:nvPr>
        </p:nvSpPr>
        <p:spPr>
          <a:xfrm>
            <a:off x="4793863" y="619200"/>
            <a:ext cx="2967300" cy="390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T"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881800" y="2971300"/>
            <a:ext cx="34764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5"/>
          <p:cNvGrpSpPr/>
          <p:nvPr/>
        </p:nvGrpSpPr>
        <p:grpSpPr>
          <a:xfrm>
            <a:off x="-4423938" y="-4210149"/>
            <a:ext cx="18226975" cy="14425451"/>
            <a:chOff x="-4423938" y="-4210149"/>
            <a:chExt cx="18226975" cy="14425451"/>
          </a:xfrm>
        </p:grpSpPr>
        <p:grpSp>
          <p:nvGrpSpPr>
            <p:cNvPr id="169" name="Google Shape;169;p15"/>
            <p:cNvGrpSpPr/>
            <p:nvPr/>
          </p:nvGrpSpPr>
          <p:grpSpPr>
            <a:xfrm>
              <a:off x="-4423938" y="-4210149"/>
              <a:ext cx="18226975" cy="14425451"/>
              <a:chOff x="-4423938" y="-4210149"/>
              <a:chExt cx="18226975" cy="14425451"/>
            </a:xfrm>
          </p:grpSpPr>
          <p:sp>
            <p:nvSpPr>
              <p:cNvPr id="170" name="Google Shape;170;p15"/>
              <p:cNvSpPr/>
              <p:nvPr/>
            </p:nvSpPr>
            <p:spPr>
              <a:xfrm rot="4815481">
                <a:off x="-3170652" y="-372956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 rot="4815400">
                <a:off x="6407007" y="-2602123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 rot="4815509">
                <a:off x="7116002" y="-2804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 rot="4815446">
                <a:off x="5137140" y="16176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 rot="4815509">
                <a:off x="-3921173" y="-132267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 rot="4815400">
              <a:off x="-3391368" y="17342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6" name="Google Shape;176;p15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33"/>
          <p:cNvGrpSpPr/>
          <p:nvPr/>
        </p:nvGrpSpPr>
        <p:grpSpPr>
          <a:xfrm>
            <a:off x="-2805153" y="-4676526"/>
            <a:ext cx="14472390" cy="14046753"/>
            <a:chOff x="-2541703" y="-3108251"/>
            <a:chExt cx="14472390" cy="14046753"/>
          </a:xfrm>
        </p:grpSpPr>
        <p:sp>
          <p:nvSpPr>
            <p:cNvPr id="447" name="Google Shape;447;p33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3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2" name="Google Shape;452;p3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solidFill>
          <a:schemeClr val="accent2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4"/>
          <p:cNvGrpSpPr/>
          <p:nvPr/>
        </p:nvGrpSpPr>
        <p:grpSpPr>
          <a:xfrm flipH="1">
            <a:off x="-3456679" y="-3517551"/>
            <a:ext cx="14929492" cy="12820953"/>
            <a:chOff x="-2399329" y="-3503901"/>
            <a:chExt cx="14929492" cy="12820953"/>
          </a:xfrm>
        </p:grpSpPr>
        <p:grpSp>
          <p:nvGrpSpPr>
            <p:cNvPr id="455" name="Google Shape;455;p34"/>
            <p:cNvGrpSpPr/>
            <p:nvPr/>
          </p:nvGrpSpPr>
          <p:grpSpPr>
            <a:xfrm>
              <a:off x="-2399329" y="-3503901"/>
              <a:ext cx="14389291" cy="12820953"/>
              <a:chOff x="-2399329" y="-3503901"/>
              <a:chExt cx="14389291" cy="12820953"/>
            </a:xfrm>
          </p:grpSpPr>
          <p:sp>
            <p:nvSpPr>
              <p:cNvPr id="456" name="Google Shape;456;p34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4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4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4"/>
              <p:cNvSpPr/>
              <p:nvPr/>
            </p:nvSpPr>
            <p:spPr>
              <a:xfrm rot="4815446">
                <a:off x="1875915" y="71936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4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34"/>
            <p:cNvSpPr/>
            <p:nvPr/>
          </p:nvSpPr>
          <p:spPr>
            <a:xfrm rot="4815446">
              <a:off x="3938165" y="-2565884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3" name="Google Shape;463;p3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rona One"/>
              <a:buNone/>
              <a:defRPr sz="24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1" r:id="rId4"/>
    <p:sldLayoutId id="2147483679" r:id="rId5"/>
    <p:sldLayoutId id="214748368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12773;p89">
            <a:extLst>
              <a:ext uri="{FF2B5EF4-FFF2-40B4-BE49-F238E27FC236}">
                <a16:creationId xmlns:a16="http://schemas.microsoft.com/office/drawing/2014/main" id="{0A3BBE23-5974-9777-D95F-EDDD22519D53}"/>
              </a:ext>
            </a:extLst>
          </p:cNvPr>
          <p:cNvGrpSpPr/>
          <p:nvPr/>
        </p:nvGrpSpPr>
        <p:grpSpPr>
          <a:xfrm>
            <a:off x="-662175" y="261883"/>
            <a:ext cx="3937189" cy="4544486"/>
            <a:chOff x="4193490" y="3350084"/>
            <a:chExt cx="289939" cy="334661"/>
          </a:xfrm>
          <a:gradFill flip="none" rotWithShape="1">
            <a:gsLst>
              <a:gs pos="0">
                <a:srgbClr val="253754">
                  <a:shade val="30000"/>
                  <a:satMod val="115000"/>
                  <a:lumMod val="91837"/>
                  <a:lumOff val="8163"/>
                  <a:alpha val="46000"/>
                </a:srgbClr>
              </a:gs>
              <a:gs pos="50000">
                <a:srgbClr val="1B367A">
                  <a:alpha val="51000"/>
                  <a:lumMod val="84766"/>
                  <a:lumOff val="15234"/>
                </a:srgbClr>
              </a:gs>
              <a:gs pos="100000">
                <a:srgbClr val="546B66">
                  <a:alpha val="64381"/>
                  <a:lumMod val="81099"/>
                  <a:lumOff val="18901"/>
                </a:srgbClr>
              </a:gs>
            </a:gsLst>
            <a:lin ang="5400000" scaled="1"/>
            <a:tileRect/>
          </a:gradFill>
        </p:grpSpPr>
        <p:sp>
          <p:nvSpPr>
            <p:cNvPr id="23" name="Google Shape;12774;p89">
              <a:extLst>
                <a:ext uri="{FF2B5EF4-FFF2-40B4-BE49-F238E27FC236}">
                  <a16:creationId xmlns:a16="http://schemas.microsoft.com/office/drawing/2014/main" id="{CD6D6400-D3CB-1734-3134-5D52914851F2}"/>
                </a:ext>
              </a:extLst>
            </p:cNvPr>
            <p:cNvSpPr/>
            <p:nvPr/>
          </p:nvSpPr>
          <p:spPr>
            <a:xfrm>
              <a:off x="4193490" y="3350084"/>
              <a:ext cx="246364" cy="150110"/>
            </a:xfrm>
            <a:custGeom>
              <a:avLst/>
              <a:gdLst/>
              <a:ahLst/>
              <a:cxnLst/>
              <a:rect l="l" t="t" r="r" b="b"/>
              <a:pathLst>
                <a:path w="7740" h="4716" extrusionOk="0">
                  <a:moveTo>
                    <a:pt x="4382" y="298"/>
                  </a:moveTo>
                  <a:lnTo>
                    <a:pt x="4299" y="1048"/>
                  </a:lnTo>
                  <a:lnTo>
                    <a:pt x="3668" y="1048"/>
                  </a:lnTo>
                  <a:lnTo>
                    <a:pt x="3620" y="524"/>
                  </a:lnTo>
                  <a:lnTo>
                    <a:pt x="3584" y="298"/>
                  </a:lnTo>
                  <a:close/>
                  <a:moveTo>
                    <a:pt x="6013" y="929"/>
                  </a:moveTo>
                  <a:lnTo>
                    <a:pt x="7204" y="2120"/>
                  </a:lnTo>
                  <a:lnTo>
                    <a:pt x="6025" y="2096"/>
                  </a:lnTo>
                  <a:lnTo>
                    <a:pt x="6013" y="929"/>
                  </a:lnTo>
                  <a:close/>
                  <a:moveTo>
                    <a:pt x="3406" y="0"/>
                  </a:moveTo>
                  <a:cubicBezTo>
                    <a:pt x="3358" y="0"/>
                    <a:pt x="3322" y="12"/>
                    <a:pt x="3287" y="48"/>
                  </a:cubicBezTo>
                  <a:cubicBezTo>
                    <a:pt x="3263" y="72"/>
                    <a:pt x="3239" y="119"/>
                    <a:pt x="3239" y="167"/>
                  </a:cubicBezTo>
                  <a:lnTo>
                    <a:pt x="3275" y="393"/>
                  </a:lnTo>
                  <a:lnTo>
                    <a:pt x="143" y="393"/>
                  </a:lnTo>
                  <a:cubicBezTo>
                    <a:pt x="60" y="393"/>
                    <a:pt x="1" y="465"/>
                    <a:pt x="1" y="536"/>
                  </a:cubicBezTo>
                  <a:lnTo>
                    <a:pt x="1" y="1191"/>
                  </a:lnTo>
                  <a:cubicBezTo>
                    <a:pt x="1" y="1286"/>
                    <a:pt x="72" y="1346"/>
                    <a:pt x="143" y="1346"/>
                  </a:cubicBezTo>
                  <a:cubicBezTo>
                    <a:pt x="239" y="1346"/>
                    <a:pt x="298" y="1262"/>
                    <a:pt x="298" y="1191"/>
                  </a:cubicBezTo>
                  <a:lnTo>
                    <a:pt x="298" y="691"/>
                  </a:lnTo>
                  <a:lnTo>
                    <a:pt x="3299" y="691"/>
                  </a:lnTo>
                  <a:lnTo>
                    <a:pt x="3358" y="1203"/>
                  </a:lnTo>
                  <a:cubicBezTo>
                    <a:pt x="3382" y="1286"/>
                    <a:pt x="3441" y="1346"/>
                    <a:pt x="3513" y="1346"/>
                  </a:cubicBezTo>
                  <a:lnTo>
                    <a:pt x="4418" y="1346"/>
                  </a:lnTo>
                  <a:cubicBezTo>
                    <a:pt x="4489" y="1346"/>
                    <a:pt x="4573" y="1286"/>
                    <a:pt x="4573" y="1203"/>
                  </a:cubicBezTo>
                  <a:lnTo>
                    <a:pt x="4632" y="691"/>
                  </a:lnTo>
                  <a:lnTo>
                    <a:pt x="5680" y="691"/>
                  </a:lnTo>
                  <a:lnTo>
                    <a:pt x="5704" y="2239"/>
                  </a:lnTo>
                  <a:cubicBezTo>
                    <a:pt x="5704" y="2322"/>
                    <a:pt x="5775" y="2382"/>
                    <a:pt x="5847" y="2382"/>
                  </a:cubicBezTo>
                  <a:lnTo>
                    <a:pt x="7394" y="2394"/>
                  </a:lnTo>
                  <a:lnTo>
                    <a:pt x="7394" y="4572"/>
                  </a:lnTo>
                  <a:cubicBezTo>
                    <a:pt x="7394" y="4656"/>
                    <a:pt x="7466" y="4715"/>
                    <a:pt x="7549" y="4715"/>
                  </a:cubicBezTo>
                  <a:cubicBezTo>
                    <a:pt x="7632" y="4715"/>
                    <a:pt x="7692" y="4644"/>
                    <a:pt x="7692" y="4572"/>
                  </a:cubicBezTo>
                  <a:lnTo>
                    <a:pt x="7692" y="2251"/>
                  </a:lnTo>
                  <a:cubicBezTo>
                    <a:pt x="7740" y="2215"/>
                    <a:pt x="7728" y="2191"/>
                    <a:pt x="7692" y="2155"/>
                  </a:cubicBezTo>
                  <a:lnTo>
                    <a:pt x="5966" y="429"/>
                  </a:lnTo>
                  <a:cubicBezTo>
                    <a:pt x="5942" y="405"/>
                    <a:pt x="5894" y="393"/>
                    <a:pt x="5858" y="393"/>
                  </a:cubicBezTo>
                  <a:lnTo>
                    <a:pt x="4692" y="393"/>
                  </a:lnTo>
                  <a:lnTo>
                    <a:pt x="4715" y="167"/>
                  </a:lnTo>
                  <a:cubicBezTo>
                    <a:pt x="4715" y="119"/>
                    <a:pt x="4704" y="72"/>
                    <a:pt x="4668" y="48"/>
                  </a:cubicBezTo>
                  <a:cubicBezTo>
                    <a:pt x="4644" y="12"/>
                    <a:pt x="4596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75;p89">
              <a:extLst>
                <a:ext uri="{FF2B5EF4-FFF2-40B4-BE49-F238E27FC236}">
                  <a16:creationId xmlns:a16="http://schemas.microsoft.com/office/drawing/2014/main" id="{B660A3D1-FC3D-8CFD-E70D-68D7993DBEDB}"/>
                </a:ext>
              </a:extLst>
            </p:cNvPr>
            <p:cNvSpPr/>
            <p:nvPr/>
          </p:nvSpPr>
          <p:spPr>
            <a:xfrm>
              <a:off x="4193872" y="3405023"/>
              <a:ext cx="9517" cy="44753"/>
            </a:xfrm>
            <a:custGeom>
              <a:avLst/>
              <a:gdLst/>
              <a:ahLst/>
              <a:cxnLst/>
              <a:rect l="l" t="t" r="r" b="b"/>
              <a:pathLst>
                <a:path w="299" h="1406" extrusionOk="0">
                  <a:moveTo>
                    <a:pt x="155" y="1"/>
                  </a:moveTo>
                  <a:cubicBezTo>
                    <a:pt x="60" y="1"/>
                    <a:pt x="0" y="72"/>
                    <a:pt x="0" y="156"/>
                  </a:cubicBezTo>
                  <a:lnTo>
                    <a:pt x="0" y="1251"/>
                  </a:lnTo>
                  <a:cubicBezTo>
                    <a:pt x="0" y="1346"/>
                    <a:pt x="72" y="1406"/>
                    <a:pt x="155" y="1406"/>
                  </a:cubicBezTo>
                  <a:cubicBezTo>
                    <a:pt x="239" y="1406"/>
                    <a:pt x="298" y="1322"/>
                    <a:pt x="298" y="1251"/>
                  </a:cubicBezTo>
                  <a:lnTo>
                    <a:pt x="298" y="156"/>
                  </a:ln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776;p89">
              <a:extLst>
                <a:ext uri="{FF2B5EF4-FFF2-40B4-BE49-F238E27FC236}">
                  <a16:creationId xmlns:a16="http://schemas.microsoft.com/office/drawing/2014/main" id="{A953EEEA-C872-85B5-7952-34E279F455FC}"/>
                </a:ext>
              </a:extLst>
            </p:cNvPr>
            <p:cNvSpPr/>
            <p:nvPr/>
          </p:nvSpPr>
          <p:spPr>
            <a:xfrm>
              <a:off x="4275356" y="3444460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1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777;p89">
              <a:extLst>
                <a:ext uri="{FF2B5EF4-FFF2-40B4-BE49-F238E27FC236}">
                  <a16:creationId xmlns:a16="http://schemas.microsoft.com/office/drawing/2014/main" id="{5FE876F4-2538-243F-36FA-3F11CCC128DC}"/>
                </a:ext>
              </a:extLst>
            </p:cNvPr>
            <p:cNvSpPr/>
            <p:nvPr/>
          </p:nvSpPr>
          <p:spPr>
            <a:xfrm>
              <a:off x="4275356" y="3463781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55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778;p89">
              <a:extLst>
                <a:ext uri="{FF2B5EF4-FFF2-40B4-BE49-F238E27FC236}">
                  <a16:creationId xmlns:a16="http://schemas.microsoft.com/office/drawing/2014/main" id="{B042EAF2-1984-65FC-AD49-CEA5E5DDB544}"/>
                </a:ext>
              </a:extLst>
            </p:cNvPr>
            <p:cNvSpPr/>
            <p:nvPr/>
          </p:nvSpPr>
          <p:spPr>
            <a:xfrm>
              <a:off x="4223442" y="3439527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322"/>
                  </a:moveTo>
                  <a:lnTo>
                    <a:pt x="905" y="917"/>
                  </a:lnTo>
                  <a:lnTo>
                    <a:pt x="310" y="917"/>
                  </a:lnTo>
                  <a:lnTo>
                    <a:pt x="310" y="322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72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779;p89">
              <a:extLst>
                <a:ext uri="{FF2B5EF4-FFF2-40B4-BE49-F238E27FC236}">
                  <a16:creationId xmlns:a16="http://schemas.microsoft.com/office/drawing/2014/main" id="{E09A00CF-9396-38FF-CDAA-5D929DEB1E43}"/>
                </a:ext>
              </a:extLst>
            </p:cNvPr>
            <p:cNvSpPr/>
            <p:nvPr/>
          </p:nvSpPr>
          <p:spPr>
            <a:xfrm>
              <a:off x="4275356" y="3525913"/>
              <a:ext cx="128116" cy="9517"/>
            </a:xfrm>
            <a:custGeom>
              <a:avLst/>
              <a:gdLst/>
              <a:ahLst/>
              <a:cxnLst/>
              <a:rect l="l" t="t" r="r" b="b"/>
              <a:pathLst>
                <a:path w="4025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lnTo>
                    <a:pt x="3870" y="299"/>
                  </a:lnTo>
                  <a:cubicBezTo>
                    <a:pt x="3965" y="299"/>
                    <a:pt x="4025" y="227"/>
                    <a:pt x="4025" y="144"/>
                  </a:cubicBezTo>
                  <a:cubicBezTo>
                    <a:pt x="4025" y="72"/>
                    <a:pt x="3965" y="1"/>
                    <a:pt x="3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780;p89">
              <a:extLst>
                <a:ext uri="{FF2B5EF4-FFF2-40B4-BE49-F238E27FC236}">
                  <a16:creationId xmlns:a16="http://schemas.microsoft.com/office/drawing/2014/main" id="{77368096-5BFB-1CE5-3ADD-AB76DBD1EB80}"/>
                </a:ext>
              </a:extLst>
            </p:cNvPr>
            <p:cNvSpPr/>
            <p:nvPr/>
          </p:nvSpPr>
          <p:spPr>
            <a:xfrm>
              <a:off x="4275356" y="3544884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81;p89">
              <a:extLst>
                <a:ext uri="{FF2B5EF4-FFF2-40B4-BE49-F238E27FC236}">
                  <a16:creationId xmlns:a16="http://schemas.microsoft.com/office/drawing/2014/main" id="{8E25BB87-1F40-696E-A783-9CCDC02CCD96}"/>
                </a:ext>
              </a:extLst>
            </p:cNvPr>
            <p:cNvSpPr/>
            <p:nvPr/>
          </p:nvSpPr>
          <p:spPr>
            <a:xfrm>
              <a:off x="4223442" y="3521011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298"/>
                  </a:moveTo>
                  <a:lnTo>
                    <a:pt x="905" y="893"/>
                  </a:lnTo>
                  <a:lnTo>
                    <a:pt x="310" y="893"/>
                  </a:lnTo>
                  <a:lnTo>
                    <a:pt x="310" y="298"/>
                  </a:lnTo>
                  <a:close/>
                  <a:moveTo>
                    <a:pt x="143" y="0"/>
                  </a:moveTo>
                  <a:cubicBezTo>
                    <a:pt x="48" y="0"/>
                    <a:pt x="0" y="83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83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82;p89">
              <a:extLst>
                <a:ext uri="{FF2B5EF4-FFF2-40B4-BE49-F238E27FC236}">
                  <a16:creationId xmlns:a16="http://schemas.microsoft.com/office/drawing/2014/main" id="{A89E461C-AEC6-D6ED-ED2D-97B60BBF8C62}"/>
                </a:ext>
              </a:extLst>
            </p:cNvPr>
            <p:cNvSpPr/>
            <p:nvPr/>
          </p:nvSpPr>
          <p:spPr>
            <a:xfrm>
              <a:off x="4223442" y="3602464"/>
              <a:ext cx="38673" cy="38705"/>
            </a:xfrm>
            <a:custGeom>
              <a:avLst/>
              <a:gdLst/>
              <a:ahLst/>
              <a:cxnLst/>
              <a:rect l="l" t="t" r="r" b="b"/>
              <a:pathLst>
                <a:path w="1215" h="1216" extrusionOk="0">
                  <a:moveTo>
                    <a:pt x="905" y="299"/>
                  </a:moveTo>
                  <a:lnTo>
                    <a:pt x="905" y="894"/>
                  </a:lnTo>
                  <a:lnTo>
                    <a:pt x="310" y="894"/>
                  </a:lnTo>
                  <a:lnTo>
                    <a:pt x="310" y="299"/>
                  </a:lnTo>
                  <a:close/>
                  <a:moveTo>
                    <a:pt x="143" y="1"/>
                  </a:moveTo>
                  <a:cubicBezTo>
                    <a:pt x="48" y="1"/>
                    <a:pt x="0" y="84"/>
                    <a:pt x="0" y="156"/>
                  </a:cubicBezTo>
                  <a:lnTo>
                    <a:pt x="0" y="1061"/>
                  </a:lnTo>
                  <a:cubicBezTo>
                    <a:pt x="0" y="1156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2"/>
                    <a:pt x="1203" y="1061"/>
                  </a:cubicBezTo>
                  <a:lnTo>
                    <a:pt x="1203" y="156"/>
                  </a:lnTo>
                  <a:cubicBezTo>
                    <a:pt x="1215" y="60"/>
                    <a:pt x="1143" y="1"/>
                    <a:pt x="1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83;p89">
              <a:extLst>
                <a:ext uri="{FF2B5EF4-FFF2-40B4-BE49-F238E27FC236}">
                  <a16:creationId xmlns:a16="http://schemas.microsoft.com/office/drawing/2014/main" id="{9A534605-677E-862E-E5C6-46CE5C471118}"/>
                </a:ext>
              </a:extLst>
            </p:cNvPr>
            <p:cNvSpPr/>
            <p:nvPr/>
          </p:nvSpPr>
          <p:spPr>
            <a:xfrm>
              <a:off x="4193872" y="3460375"/>
              <a:ext cx="289558" cy="224370"/>
            </a:xfrm>
            <a:custGeom>
              <a:avLst/>
              <a:gdLst/>
              <a:ahLst/>
              <a:cxnLst/>
              <a:rect l="l" t="t" r="r" b="b"/>
              <a:pathLst>
                <a:path w="9097" h="7049" extrusionOk="0">
                  <a:moveTo>
                    <a:pt x="6108" y="3751"/>
                  </a:moveTo>
                  <a:lnTo>
                    <a:pt x="8502" y="4620"/>
                  </a:lnTo>
                  <a:lnTo>
                    <a:pt x="7894" y="4894"/>
                  </a:lnTo>
                  <a:cubicBezTo>
                    <a:pt x="7847" y="4917"/>
                    <a:pt x="7811" y="4953"/>
                    <a:pt x="7799" y="5013"/>
                  </a:cubicBezTo>
                  <a:cubicBezTo>
                    <a:pt x="7787" y="5060"/>
                    <a:pt x="7799" y="5120"/>
                    <a:pt x="7847" y="5155"/>
                  </a:cubicBezTo>
                  <a:lnTo>
                    <a:pt x="8752" y="6060"/>
                  </a:lnTo>
                  <a:lnTo>
                    <a:pt x="8406" y="6406"/>
                  </a:lnTo>
                  <a:lnTo>
                    <a:pt x="7501" y="5489"/>
                  </a:lnTo>
                  <a:cubicBezTo>
                    <a:pt x="7478" y="5465"/>
                    <a:pt x="7430" y="5453"/>
                    <a:pt x="7394" y="5453"/>
                  </a:cubicBezTo>
                  <a:lnTo>
                    <a:pt x="7370" y="5453"/>
                  </a:lnTo>
                  <a:cubicBezTo>
                    <a:pt x="7323" y="5465"/>
                    <a:pt x="7275" y="5489"/>
                    <a:pt x="7251" y="5536"/>
                  </a:cubicBezTo>
                  <a:lnTo>
                    <a:pt x="6966" y="6156"/>
                  </a:lnTo>
                  <a:lnTo>
                    <a:pt x="6108" y="3751"/>
                  </a:lnTo>
                  <a:close/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lnTo>
                    <a:pt x="0" y="6894"/>
                  </a:lnTo>
                  <a:cubicBezTo>
                    <a:pt x="0" y="6989"/>
                    <a:pt x="72" y="7049"/>
                    <a:pt x="155" y="7049"/>
                  </a:cubicBezTo>
                  <a:lnTo>
                    <a:pt x="7573" y="7049"/>
                  </a:lnTo>
                  <a:cubicBezTo>
                    <a:pt x="7668" y="7049"/>
                    <a:pt x="7728" y="6965"/>
                    <a:pt x="7728" y="6894"/>
                  </a:cubicBezTo>
                  <a:lnTo>
                    <a:pt x="7728" y="6156"/>
                  </a:lnTo>
                  <a:lnTo>
                    <a:pt x="8204" y="6632"/>
                  </a:lnTo>
                  <a:cubicBezTo>
                    <a:pt x="8263" y="6691"/>
                    <a:pt x="8335" y="6715"/>
                    <a:pt x="8430" y="6715"/>
                  </a:cubicBezTo>
                  <a:cubicBezTo>
                    <a:pt x="8513" y="6715"/>
                    <a:pt x="8585" y="6691"/>
                    <a:pt x="8644" y="6632"/>
                  </a:cubicBezTo>
                  <a:lnTo>
                    <a:pt x="8990" y="6287"/>
                  </a:lnTo>
                  <a:cubicBezTo>
                    <a:pt x="9097" y="6156"/>
                    <a:pt x="9097" y="5953"/>
                    <a:pt x="8978" y="5822"/>
                  </a:cubicBezTo>
                  <a:lnTo>
                    <a:pt x="8228" y="5084"/>
                  </a:lnTo>
                  <a:lnTo>
                    <a:pt x="8644" y="4882"/>
                  </a:lnTo>
                  <a:cubicBezTo>
                    <a:pt x="8763" y="4822"/>
                    <a:pt x="8835" y="4703"/>
                    <a:pt x="8823" y="4584"/>
                  </a:cubicBezTo>
                  <a:cubicBezTo>
                    <a:pt x="8811" y="4465"/>
                    <a:pt x="8740" y="4346"/>
                    <a:pt x="8621" y="4310"/>
                  </a:cubicBezTo>
                  <a:lnTo>
                    <a:pt x="7728" y="3989"/>
                  </a:lnTo>
                  <a:lnTo>
                    <a:pt x="7728" y="1762"/>
                  </a:lnTo>
                  <a:cubicBezTo>
                    <a:pt x="7728" y="1667"/>
                    <a:pt x="7656" y="1607"/>
                    <a:pt x="7573" y="1607"/>
                  </a:cubicBezTo>
                  <a:cubicBezTo>
                    <a:pt x="7489" y="1607"/>
                    <a:pt x="7430" y="1691"/>
                    <a:pt x="7430" y="1762"/>
                  </a:cubicBezTo>
                  <a:lnTo>
                    <a:pt x="7430" y="3893"/>
                  </a:lnTo>
                  <a:lnTo>
                    <a:pt x="6227" y="3453"/>
                  </a:lnTo>
                  <a:cubicBezTo>
                    <a:pt x="6193" y="3442"/>
                    <a:pt x="6158" y="3437"/>
                    <a:pt x="6124" y="3437"/>
                  </a:cubicBezTo>
                  <a:cubicBezTo>
                    <a:pt x="6041" y="3437"/>
                    <a:pt x="5962" y="3469"/>
                    <a:pt x="5894" y="3536"/>
                  </a:cubicBezTo>
                  <a:cubicBezTo>
                    <a:pt x="5799" y="3620"/>
                    <a:pt x="5775" y="3739"/>
                    <a:pt x="5823" y="3858"/>
                  </a:cubicBezTo>
                  <a:lnTo>
                    <a:pt x="6085" y="4620"/>
                  </a:lnTo>
                  <a:lnTo>
                    <a:pt x="2727" y="4620"/>
                  </a:lnTo>
                  <a:cubicBezTo>
                    <a:pt x="2632" y="4620"/>
                    <a:pt x="2572" y="4691"/>
                    <a:pt x="2572" y="4763"/>
                  </a:cubicBezTo>
                  <a:cubicBezTo>
                    <a:pt x="2572" y="4858"/>
                    <a:pt x="2644" y="4917"/>
                    <a:pt x="2727" y="4917"/>
                  </a:cubicBezTo>
                  <a:lnTo>
                    <a:pt x="6204" y="4917"/>
                  </a:lnTo>
                  <a:lnTo>
                    <a:pt x="6311" y="5215"/>
                  </a:lnTo>
                  <a:lnTo>
                    <a:pt x="2727" y="5215"/>
                  </a:lnTo>
                  <a:cubicBezTo>
                    <a:pt x="2632" y="5215"/>
                    <a:pt x="2572" y="5286"/>
                    <a:pt x="2572" y="5358"/>
                  </a:cubicBezTo>
                  <a:cubicBezTo>
                    <a:pt x="2572" y="5453"/>
                    <a:pt x="2644" y="5513"/>
                    <a:pt x="2727" y="5513"/>
                  </a:cubicBezTo>
                  <a:lnTo>
                    <a:pt x="6418" y="5513"/>
                  </a:lnTo>
                  <a:lnTo>
                    <a:pt x="6668" y="6239"/>
                  </a:lnTo>
                  <a:cubicBezTo>
                    <a:pt x="6716" y="6358"/>
                    <a:pt x="6811" y="6453"/>
                    <a:pt x="6954" y="6453"/>
                  </a:cubicBezTo>
                  <a:cubicBezTo>
                    <a:pt x="7085" y="6453"/>
                    <a:pt x="7204" y="6394"/>
                    <a:pt x="7251" y="6275"/>
                  </a:cubicBezTo>
                  <a:lnTo>
                    <a:pt x="7406" y="5929"/>
                  </a:lnTo>
                  <a:lnTo>
                    <a:pt x="7406" y="6727"/>
                  </a:lnTo>
                  <a:lnTo>
                    <a:pt x="298" y="6727"/>
                  </a:lnTo>
                  <a:lnTo>
                    <a:pt x="298" y="155"/>
                  </a:ln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38"/>
          <p:cNvSpPr txBox="1">
            <a:spLocks noGrp="1"/>
          </p:cNvSpPr>
          <p:nvPr>
            <p:ph type="subTitle" idx="1"/>
          </p:nvPr>
        </p:nvSpPr>
        <p:spPr>
          <a:xfrm>
            <a:off x="3659369" y="4201437"/>
            <a:ext cx="1715534" cy="453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Aft>
                <a:spcPts val="0"/>
              </a:spcAft>
              <a:buNone/>
            </a:pPr>
            <a:r>
              <a:rPr lang="en-GB" sz="3200" b="1" dirty="0">
                <a:latin typeface="Krub" pitchFamily="2" charset="-34"/>
                <a:ea typeface="Apple Symbols" panose="02000000000000000000" pitchFamily="2" charset="-79"/>
                <a:cs typeface="Krub" pitchFamily="2" charset="-34"/>
              </a:rPr>
              <a:t>TEAM A</a:t>
            </a:r>
          </a:p>
          <a:p>
            <a:pPr marL="0" lvl="0" indent="0" algn="ctr" rtl="0">
              <a:spcAft>
                <a:spcPts val="0"/>
              </a:spcAft>
              <a:buNone/>
            </a:pPr>
            <a:endParaRPr lang="en-GB" sz="2800" b="1" dirty="0">
              <a:latin typeface="Krub" pitchFamily="2" charset="-34"/>
              <a:ea typeface="Apple Symbols" panose="02000000000000000000" pitchFamily="2" charset="-79"/>
              <a:cs typeface="Krub" pitchFamily="2" charset="-34"/>
            </a:endParaRPr>
          </a:p>
        </p:txBody>
      </p:sp>
      <p:cxnSp>
        <p:nvCxnSpPr>
          <p:cNvPr id="475" name="Google Shape;475;p38"/>
          <p:cNvCxnSpPr>
            <a:cxnSpLocks/>
          </p:cNvCxnSpPr>
          <p:nvPr/>
        </p:nvCxnSpPr>
        <p:spPr>
          <a:xfrm>
            <a:off x="3475859" y="3247074"/>
            <a:ext cx="421082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38"/>
          <p:cNvSpPr txBox="1">
            <a:spLocks noGrp="1"/>
          </p:cNvSpPr>
          <p:nvPr>
            <p:ph type="ctrTitle"/>
          </p:nvPr>
        </p:nvSpPr>
        <p:spPr>
          <a:xfrm>
            <a:off x="1115146" y="1881959"/>
            <a:ext cx="5755578" cy="895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 b="1" dirty="0"/>
              <a:t>Mite </a:t>
            </a:r>
            <a:endParaRPr sz="11500" b="1" i="1" dirty="0"/>
          </a:p>
        </p:txBody>
      </p:sp>
      <p:sp>
        <p:nvSpPr>
          <p:cNvPr id="478" name="Google Shape;478;p38"/>
          <p:cNvSpPr/>
          <p:nvPr/>
        </p:nvSpPr>
        <p:spPr>
          <a:xfrm rot="19467417">
            <a:off x="2419914" y="1408496"/>
            <a:ext cx="4434552" cy="1742363"/>
          </a:xfrm>
          <a:prstGeom prst="donut">
            <a:avLst>
              <a:gd name="adj" fmla="val 2048"/>
            </a:avLst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80;p38">
            <a:extLst>
              <a:ext uri="{FF2B5EF4-FFF2-40B4-BE49-F238E27FC236}">
                <a16:creationId xmlns:a16="http://schemas.microsoft.com/office/drawing/2014/main" id="{04F01416-22A3-5C5A-BCF5-A10C6CF80240}"/>
              </a:ext>
            </a:extLst>
          </p:cNvPr>
          <p:cNvSpPr txBox="1">
            <a:spLocks/>
          </p:cNvSpPr>
          <p:nvPr/>
        </p:nvSpPr>
        <p:spPr>
          <a:xfrm>
            <a:off x="2194094" y="2592088"/>
            <a:ext cx="5755578" cy="8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rona One"/>
              <a:buNone/>
              <a:defRPr sz="4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9600" b="1" dirty="0"/>
              <a:t>Lovers</a:t>
            </a:r>
            <a:endParaRPr lang="en-GB" sz="8000" b="1" i="1" dirty="0"/>
          </a:p>
        </p:txBody>
      </p:sp>
      <p:sp>
        <p:nvSpPr>
          <p:cNvPr id="11" name="Google Shape;527;p41">
            <a:extLst>
              <a:ext uri="{FF2B5EF4-FFF2-40B4-BE49-F238E27FC236}">
                <a16:creationId xmlns:a16="http://schemas.microsoft.com/office/drawing/2014/main" id="{65F97AA8-132D-8205-E922-B95484BCF1B2}"/>
              </a:ext>
            </a:extLst>
          </p:cNvPr>
          <p:cNvSpPr/>
          <p:nvPr/>
        </p:nvSpPr>
        <p:spPr>
          <a:xfrm flipH="1">
            <a:off x="5452010" y="763853"/>
            <a:ext cx="258523" cy="249422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27;p41">
            <a:extLst>
              <a:ext uri="{FF2B5EF4-FFF2-40B4-BE49-F238E27FC236}">
                <a16:creationId xmlns:a16="http://schemas.microsoft.com/office/drawing/2014/main" id="{304EEAAB-139A-CFF2-51B1-4E11CE270B08}"/>
              </a:ext>
            </a:extLst>
          </p:cNvPr>
          <p:cNvSpPr/>
          <p:nvPr/>
        </p:nvSpPr>
        <p:spPr>
          <a:xfrm flipH="1">
            <a:off x="3726790" y="3501295"/>
            <a:ext cx="266145" cy="284266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BC21B-A984-B44F-9FB2-5497AE7C76EC}"/>
              </a:ext>
            </a:extLst>
          </p:cNvPr>
          <p:cNvSpPr txBox="1"/>
          <p:nvPr/>
        </p:nvSpPr>
        <p:spPr>
          <a:xfrm>
            <a:off x="3714233" y="4651784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dirty="0">
                <a:solidFill>
                  <a:schemeClr val="tx1"/>
                </a:solidFill>
                <a:latin typeface="Krub" pitchFamily="2" charset="-34"/>
                <a:cs typeface="Krub" pitchFamily="2" charset="-34"/>
              </a:rPr>
              <a:t>LABPROJ - SWitCH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/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D54AA83E-BCAF-3725-BBAB-D0C26BB987AF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6AD1C667-62C4-9A11-F17D-4E912476071A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CA255A4B-527F-FA2A-DA38-865E6B653E96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B242DEAB-510F-9064-A4EC-A1CF4C4B8B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FC3BBFA-4A6B-613B-A151-3B8F1FBCF0F9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986C991-6DF6-F3C7-274D-7B846A3A7AD7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Listing</a:t>
                </a:r>
                <a:endParaRPr lang="en-P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0C8766ED-6D8B-8258-4C6B-C4B2109CCEA4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C46AEB1-9EFE-8099-75BB-ECCDFABC2A79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F734FC8-CF40-D033-98B8-BD52F48B5356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CB8C563-5710-0B2F-E68B-F565C7E701C4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5215917-BC0D-A81F-4438-CBB092148DA3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4FBA548A-93E5-D142-EBB8-8DA8D4BBB90B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F84E794-6FD9-3707-E690-A9810EF4108D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CA893EB-C81E-A20C-8EA1-72DF433FC227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1FEF383-F3F9-7E60-45A7-9A9F7ADA13E6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15B2BF85-7147-DAAC-C086-BEAA3C236C99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C83B6F7-6F6A-3768-BBB8-50140C1F1BD8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AA4FCF1-1DFA-A167-02D3-21059E450592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3A09890-CCCB-D2D9-B29E-578694B79B89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0FF2B9F-2E36-9A82-2206-1101A331B5BB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75DA60A-CFBA-59CC-19DA-02E46D592832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0E108A05-C4E3-8E73-D4E0-2CE30FF365F7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71D6A034-1BD7-4D96-2E18-2DA0B7D867AA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4E062BC-214B-CC82-5EAE-A837647E19BE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F8BE2A56-2617-98A7-65B3-B12A8BB41E20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8FC47B5-5F77-4E05-0F2D-C5026C5859EB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076EDC3-0C47-BAF1-0408-9025CDE3EA7A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D2DF12E-0E6B-A930-F601-B87DBCA9B763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2BD30FD-CC9A-649E-352E-4E498AFDBD8D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79109C7-73C7-6E17-38B7-0CE9F7EB043C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F72CC70-073F-3CB2-2675-52B53A5D2694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D94EE1E-B1F1-0F51-B085-72C4575E5585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96AC105-446A-0A34-876E-60C4CD9869AE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B12157A-B347-21BD-AF68-0A0A4FB925D4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1EA27DA-C98A-4032-648F-7377CE2D69CD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F3A76C5-5066-94D2-23B7-FB55DBCB0C9A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5C6630B-398C-97F1-8CD3-6B0462B3FB4A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D502CB1-7158-EF1B-F883-5338D11B2716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546F5F67-60B4-48C2-7099-702099FE9B11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EAA28717-AED7-2E4E-76FA-496EA5FA4E22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DEA46CFF-11A2-21B1-6B0E-D3DE7E7F9591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FBCB03BB-BC6F-C29C-2057-89923E408B92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6984BFCC-42E7-7B07-FE19-255B2E9FF321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86D16A6D-60A8-951C-408C-BF20DA4C80EA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D79AF874-5536-361D-E8D7-F7713DF23F61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74A0FF8A-0A86-EE89-4A32-F51F45DC0083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67885996-BA7A-C4B3-8E9F-163FCE6FD453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E4BB1EBC-0F2D-5463-571D-7683EBC38A6E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90C49494-ECFD-7908-1CCD-29781B248798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A12C1105-519A-05AE-EF15-9EF1E2773E3A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78D1F55-BA65-2D08-9020-AE4628943DD2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F5358C3D-16B2-2922-3509-788C1BEEC168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AF6968A8-2232-CF91-B46F-17D85FE2961F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61D15F3F-A8D7-B90C-5228-20CFF2D86BA3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E2EBEE55-82D9-8C7D-EB1B-E711F0788B8E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1E742417-B934-4E5B-E475-F27A810027EB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1C4FB477-D7D0-9FC4-1436-AACE74815478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19102F3A-868A-3E1A-8D31-CCEFD77DB202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3D934B39-34D0-4FAA-F1A7-6968C3F5DD11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BB1C8A21-A38E-92E6-C031-D2569B99DA77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B611698A-3041-D872-ECCB-5BBB2775FBF5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99973458-8830-623B-D47F-E10BB1861F94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9488044A-4BE1-C128-622E-4B617D2C17CE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445EB0DE-BFB0-E0C8-BF1C-299420C57877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1AF98E01-F0EA-4633-6AC5-57C722DB44D1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BDC4BC96-2D64-63B0-FD57-A5EDEEF078FA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90ED9506-C9AD-3995-A6E4-D303A3EDD6B5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9F447011-BA70-6C34-0961-633EBFEC0E33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90983288-8923-4C52-8518-8CA578824095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708A1EB4-267D-0EA8-FE5F-91B10255B65B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531635BF-3554-B68B-D7E1-0DE80191F16B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700FBBFA-F601-357E-1945-170C40591D81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00CDCF96-189F-7186-0425-89B80F1F6D3B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2ECC4A3A-3CA0-1BDC-3BD3-87C68594EB02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D121F70A-CB82-0340-4A16-4BBDA247197E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D9A10F65-65CF-3D54-7FAC-B517A365C47F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6908AD09-0002-33C3-0B0B-2BBBD84EEC7B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D2D33712-E7E6-4E60-6AA7-760C807649A6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0346D0C3-BF97-E8E7-4B76-60C595865A58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2D8385ED-5878-3E39-00CD-BC991A160C02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A9221A60-204B-77B5-6110-0B508776D0C6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19286163-E026-9D9E-7E04-6E40C1AC4516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E092693A-68AA-F71E-CAD7-FD6FAB48231A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787FBA41-93F6-4696-930C-AEA04A009678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C6D90693-10B0-013D-6871-3858E1AAB43E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FF10991A-21ED-13AC-6D7F-F8109C11FD3E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1B13299B-53E6-E711-906F-A3B503DEC13A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FF3F288D-36D3-D6B1-1613-14772B3A519D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070034FD-F849-2986-8048-699E5E55B0F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E6D08926-A6C3-EC75-E145-6809BD6FA4A0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01A02E22-3A2C-D395-55CE-DFF95C767473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036ACF99-0513-6127-1496-8D2BA0363186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078A42DF-E99B-3CC7-59CF-A737C2D57241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DD6E9029-681E-EB32-15CB-3068FF407408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5D75132F-92BD-2952-0C23-AE4E09C0EBC0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A9FDE761-8BF8-2C69-5BFB-0C7C876451A7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2A54E211-C734-5914-99E4-4743E8D7394C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A1D2CAE9-0C93-AB0C-D8F7-34595CAC36C2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B5B7A7DE-4F34-A864-3F61-45453DDDCB96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977A3E3E-B5D6-FD9A-8EE8-7CA43353D848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8BB12B49-FD87-8EBB-0753-15FDDE5A5140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1C3B1B9C-9211-0B0C-9E47-C77A43A1B1FE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A6AE332A-4B76-6DBA-3122-78290E49A000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CA73D29A-507A-8D00-3B29-F47DA01FAD41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4A1FB894-5DFE-5623-E86C-6FB9070FEBF0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569C4FFE-B4E0-A94C-DC59-D945AF33C819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D27606CA-E351-91EE-955F-52D2E8AF0F1C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BBE087E1-EB21-69B4-3FEB-792D104BD1E4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CBF5C9FC-10DE-3018-BFDB-1FA0AB7B10A6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1ADAF7F9-0979-18BD-6DA0-BA0D65247601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203498E2-06AF-C0F0-1864-C075C2EF11F5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6079FACD-892E-A13A-5B91-3E158B60CD44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40921758-6244-32B5-F988-F3951E8246C3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C1636BF4-93A0-A813-7AA4-B781923D19E6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9797B384-AAD2-591C-E8D5-621A9A8C73D7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0D8E5BCB-170E-5F87-501C-5467901D97BF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C25979D3-26FF-8300-6036-93BCF0DCB715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0D85FEFC-5C20-ECAE-D687-1C65837813A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7DF78ADB-5891-C80C-2E2F-5763655FFBAB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81637EDC-CA8D-F6A3-EE6D-7D2004733092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DCEB2BC6-161F-882D-0D24-15FB8A3E8E59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781DBE5A-4335-D93F-8551-BFBB2CAE2717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7393A9C8-B1A5-B3EA-F6C2-08369CA91795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D8AAAECB-B6E5-AF95-ACB6-4F91E2B5392A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0700F1A4-2436-28DF-0740-4441A876A8F1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E3ABF521-D128-91C0-771F-5E160C81FB1F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64C86B03-6CD5-6483-9814-88312E1E2A52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3A388FCC-DA4C-70A7-C5A7-445E9CF1CA07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BE1C72AF-8051-831E-DED7-8E83C44CB239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5E817332-68E3-4D5F-73D5-47B034E117F5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FD0EF288-D105-898C-70D9-7E472EB80D77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C1C3C84A-9D47-C1BC-0460-E9AD7E179024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3FF4B3AB-112A-6095-4E08-7E3DDD6A3207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9807FE9B-3680-AB36-00CD-1FEB9BC72A07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BBD4C5C4-980A-4F5E-2CB4-09C5AEF4A8AF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DA52B78F-6877-DE81-9C3E-C4F1FEA2098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1C597537-40DF-3295-439D-6D6058CF1353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E0868789-07AA-55E2-8206-C5E259F73AF1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A30F6CEA-A833-9DAF-9886-4A24540DA68D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D6323A69-1E64-E137-69F9-597D8AE0B289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75E8E1AA-DF22-3BD8-CF22-E882A64C8E97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6AB23881-1780-F20A-7C51-2A228EF1FF2B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270B9F90-D0B6-F9B1-58EF-3079F4481408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039D8ED2-0EDC-88BA-F1D8-3172360186BF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D3BB2C7A-750F-2E16-1895-77C751D3A016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A4ADCB33-6E38-4039-4C4F-2FB077301BC6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1447C4D0-6BA7-42F9-5D5B-5FB483C79A65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9D8280EB-C82D-BFB2-D2C2-42AD6C914BB1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EDC5C29C-6A97-49A1-16E6-7B3A5DE87B5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EB8313D9-57AB-085A-990E-543EC89A5B92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D69B7E70-96B5-CA87-6BAB-03EE21412BDC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B536C3DA-EAFD-F2CE-F721-F8B878CABB93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E3E84055-C030-848F-B755-09B216C0D7F6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469D5D84-F015-6DA3-008D-8102BB3551D9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58FE3C80-7CC7-E2CE-AA6E-270A30A770B5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23863556-1E48-21F7-0B3E-10C839AC833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22EE224D-C415-517E-033D-A7FC71580333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88266AA0-C7EB-66E3-4471-51057508BE3A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8289BA04-920A-F1CF-7369-6DC1A0090CC2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B45BC3D2-A55A-426E-57AB-99DADFA2ECC4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6B7491CD-C6BC-354B-526D-F1A05BFB6DD8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86CED2CC-1A08-9209-75F0-F376C5AD622C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F3A24B47-221E-0070-95A8-B7D45C6D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A13B5572-B438-C004-354C-367EFFD0D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DB1FAD8F-B484-BEE5-8866-33D5F49BB7B8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1248318A-5949-11E3-C9B2-847E748F9C91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1920FE1A-C028-671B-50BB-236436F0DB3A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93FC480E-0272-F4A1-99D8-5CD356413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4CCCBE-C4E5-FB03-287B-767A09BF2836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D7E4662-1630-FFB5-08CA-C1C908734796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Listing</a:t>
                </a:r>
                <a:endParaRPr lang="en-P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24D0CC2E-C09E-378A-38DC-4E6D63BFCE70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866C1C3-77A2-1026-0E69-F9387505679F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31D1EFD-02C8-670C-32D1-332A5D60C9AC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60AC05AD-A475-D6AE-AA2B-7A410A0B5A42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2C61148-498E-B947-DD69-9CB2C9956966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4F9D8250-A086-CEB4-5D0D-2BA149EFB68E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33D0999-F3B8-E319-E6E1-B02B7F9D9FAC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CD91BF0E-2E71-AF34-C939-AE9233366617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4F3A7B1E-02B4-9298-30CE-CCDD083C0B4E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DB8DDAF-28A5-C1C0-0458-BFE4885DEA70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26FF266-B3ED-C976-B204-39A268A16AB3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8BFEE85B-F202-707D-E7A7-365CC03D0F68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15C15E3-9A0D-19DF-9AD3-1152E8698EF9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F5C4D166-74A1-AAD4-F5C3-49A3CB98EDA7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9C8217D-30A0-3936-FDA9-EC3959195BFD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C113FF14-412F-6530-DD17-F424650418E9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443BBE9-0113-2497-E62D-7BD6A839BAF3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E96EF760-7079-0EC5-07AC-23407B4BC554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EB92B5F1-CE35-9A24-BF9F-CB0ABD6C962A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73209B5-D9A9-E6C9-814A-899317A1075F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4DBD6EF-DBB1-25CF-155C-5F94871535DA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24D8135-444B-BCC3-57FA-9F8D5BC86A2C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17BE4AA-8C32-D9B4-2F43-F42DAC06CED9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FF22EC0-7A71-1831-C477-5F0F91111279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8D2A2C8-3296-D6BD-0BC1-DE989AA171E3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2AC53E2-2208-5AD5-B1EB-D345F3EF4531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39737A9-852A-9562-8B7B-AF89E00B7F1F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54CB98A-D87C-D55D-1ED1-D95FEDC3A584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F124900-FBCD-7F20-6ED1-5D52F05B5845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F9FD3B4-32A4-76D3-925D-0266C3934850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1FB6EF5-90AF-216C-7FC4-17F331D2D483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9123A73-FE0F-4A86-3AF1-75EA8BE0FEA3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6E485152-5D71-CFFA-1CF5-55F047A54BD3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3542B84-4BA7-BCD3-35B5-EC79DA9967DE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581E03CA-609B-0687-FDEC-19BA16D9A34F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6433FC7-BC4F-D360-328F-EF458858A819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8B506D7A-A26E-3B9A-D3A9-C82CD7C010B8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A9E206E7-D9C8-BA5D-7F11-B6E93E9F38B1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D6A888B5-56F1-EE65-D054-548E8F8630B5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C88FD900-7DB7-D395-263D-6C2F05397590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7376C7B1-8830-71F0-452D-143A87D6116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91B45FED-945A-85E1-BFD2-96FA98CECADA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795958-BAA3-D589-8833-266447F79B8F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8A8AFA90-1A5C-DB98-AE4A-D9A3199AA5BA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A1896468-C27D-2002-8AA7-BD8C666CBFDD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23F93271-C788-A43C-9757-BB3381770604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D7ED8637-CEF3-C04E-63FB-9A068EF09FEB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22DA01E2-6CF2-B9B5-2CCA-F21A8D4DFCE5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7A0C67A5-BB0E-B60B-0105-9C632A43D98C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826DC4E9-01FF-8A6B-67E0-B5124EC5A0E8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6740E632-FBAB-CAE2-B2CB-8034A1E28EF8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0B904F3A-41DA-D9B7-A0D3-3B73AE0568A1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DBFF3DDD-CFE4-252B-F927-ED12F54EB2A7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AEA516B5-650C-7F9E-CA7C-A85B26E6A41C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66CDE38B-79B9-4E36-E3B2-D9D1F77CB467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09861009-FFB1-8600-AE99-E7A9BE8A0B76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BED66CCC-E0F8-6ED4-4682-2907376A980F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D104E2E8-33A8-395F-D858-546B6CE68245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FC2C0247-3820-117E-6432-64CC226E71AB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29923872-2C23-8FF3-96C6-59790EEA7474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996266F3-CB25-046E-26CB-3CD77F16EF9F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09097B9C-E29E-3644-F2BE-E2EDB2BA2825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D1B34EA5-CB6F-ADE3-7572-DA78F3ACB0D8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C9C2D7A6-3BCD-7714-415F-B2A425D42BCA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C08F62B3-6266-2B6D-EC3E-51B7F262DFA1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E432E9B5-A693-309A-499C-C628FCB39E70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324889D9-B28A-0562-6ABE-AE06477E1240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385BFB7C-F2DC-ABC8-D61A-E86D87A2B9DF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99D42A61-FF4A-8B55-30AF-342B90DE2250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2D116651-DB87-7D0F-DB75-11A4727D9903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38C2D861-DE2E-6C9C-07DD-18336DA909EA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5F9BA440-A7BC-EE0D-9FB2-ACD30ACDF5E0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85BEDAD6-1BE7-FD51-005D-00300FF30A56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AC794D22-F6BE-D26C-BF13-E7A5F0994C52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A21D44C8-FC7D-772A-13F1-AC3E3E5F5DBF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20DEF076-C518-6F0C-1C63-3776D20C5117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DD3F1820-EDEE-C3BA-493D-7B800155CBF9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5C253A3E-9FB6-A57C-B9DB-1C24EB9B0759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7700D1BD-E6BE-9370-4F44-0952EF7D1F34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EB1821FD-E757-532B-F348-FEDD2FF74E00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5711F590-6142-FA87-418E-0F981D5C7A2A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87DFEED1-8245-81B9-7DD9-6BFFA3392F44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CD93012-1940-0908-52F2-DFDA17192E33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E8ED3454-949E-CDE5-3907-39B6A45A8EBA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57F9D567-A3AE-E8DE-BF20-41C995540042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6FAD178C-3113-1551-F2C9-A4FB7A114151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200C9F78-8F98-86B9-5A56-D15162D44DDD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211BD65D-30B1-DD94-EEE6-F1572238231E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0241FF70-1546-DAA8-BD57-1C8DDE553A9A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D4A037A4-CFD0-3A90-FE37-30FC26146709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E3AC943E-0B00-1121-74DA-CD6E7D9A3F5F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C12EDD89-4CC8-C036-507B-E471F78A9732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FE616D6D-2475-3A4C-EE7C-4F3C7B951269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09B603DD-0465-890C-38B3-E13B4FEC34D1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9A791CAE-C4C0-6DC3-41CA-F0B850AB49F9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56E97018-6D6B-2192-885A-ED71F8D0F626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FF97CA21-748E-4C0C-D1AB-D9A1F0AE06C4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FB27A962-19A2-8E4F-FF86-85E58F53ED4C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E52E6F51-ACDF-6ED9-E174-0FE058C7124D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41F752A3-3AAA-CB8D-90E1-FDA1B51DB00E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F5AA12CA-277F-3D52-0B68-376B1508F196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D65690AC-15A7-3AB9-D8A8-8D1CD2894536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211624F2-CB59-4755-BAA9-E81903EF1AA0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BE800392-6F9E-B564-88C5-249BB8BF4073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CCD22EF7-94F7-1F52-21B6-35D517EE63B1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633A19D3-EFA6-2D86-807D-E8279EC81930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AE49B416-9BF2-A6D8-49CB-ACE05CB1F650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AE4BFB89-5664-74E0-3A45-F7187DE59602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7B2650C0-C502-E3D4-C505-C4674924A6E0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639F3AFE-9648-6343-A53D-2E24F0B09AAC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5174144D-1672-0191-2413-05F9F2F0AF0F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A9BDBEB2-998C-8F5A-6791-762B2B9BB13A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00360E43-368E-6828-EB2B-BE898C32F362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9373EA24-1B34-BD6A-905D-7B286BC6DCA8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A18069FD-4C79-17DB-BAEB-336FA51E7C84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8B26AC0D-366F-F0AF-AEE4-EFC9F286007D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2E042829-A6EB-D1D2-1F83-549A57F7B804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500B3978-287B-4427-21A8-E55A84A788CB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3B3B85B1-328B-1BAC-BDF7-52F7B56A84BA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988E8A49-BDA5-A41B-A0E7-5089052F00A9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F8146D0A-74F6-6E03-10C2-00AAE3265EDA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2F428E8A-0F43-6843-6D4E-DA1741A4EB79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49789E8C-3267-1508-5E80-B21E78698BA6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AA96C4F0-1C9B-DA82-03EA-4F625F5482EB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BD82BED5-D563-424E-A7CC-328C8E66743C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BD3DF686-3E37-2420-2AC6-F9D4602558A3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9D6641CC-A657-6D9B-5FB6-BB0E85E26630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3F5A306C-9DC3-D5CC-C2FA-08692E552194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3550B1BD-48D7-D280-219E-A5DF1538E04E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9733062D-0F2C-E97D-0E5A-45304B61277B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6433722A-2727-78B0-CABD-6563F94A10A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710588BA-BD33-589B-08C0-CE51B3D66107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7D1E7B45-8F62-DB83-4096-32D4C2FE53A3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CA8A9818-03DE-5DF8-A041-E835BCFE6561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6E2A03B1-2E4E-8C64-F113-D12E36A65A63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17B829B8-5300-C6AF-E1E8-CB87C72EE37F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006B363A-C97E-CBA4-B353-C153B176796A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4B800B7E-C69A-9BED-84F0-77E4ADFFAA25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2FAE185-0E9C-432A-CD03-0FEF98B72897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64B33A67-44C0-179B-DA86-A75DF061A4A1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9A0A49DB-7922-AC1A-AA25-34227147CA41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90A5A542-5154-9303-A89F-871FFE79B52B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230E7213-4803-9693-A18B-14BDDB0D0101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432EC3E2-6F84-22B6-267A-B7035F5ABBB7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DCDE45D6-A126-520C-2832-F0D07CE0255E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33B84BB5-CA9F-CBE3-926E-60376942A1FB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5871F2FE-E747-D910-7893-6EDF3792E876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C85810F7-6758-9BD7-3300-6B77C2BDC675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4E3296AD-9C78-3867-9459-2ED44C94779B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459E4977-93FC-95AB-4C83-99F43FFA0186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2D696B7C-90C9-7BC0-9308-713F9D886C99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3B09A1A0-E5A8-BD09-0E37-5DE9E782E93F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0E95A376-9581-90FA-B961-82F3EA31472E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53DBC1D3-1FE2-858C-0667-F1E1DA287617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868303FA-82ED-6AE9-288B-DC0EB68A3662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F08F8007-E15F-F98E-404C-8BE24DD83ABC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3117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3CAF6E85-F68E-8A2D-98C0-1CA7DB1F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3C979725-3E4A-BAB0-8FD9-F0F6473B7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1B7FA89A-680B-FC16-3815-E847A2795B64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C1479405-04FB-7454-DA41-E01B875D5EF7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603AB8-DCA2-C24C-A510-AA12CE0C0F92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1434B9FD-EF52-B016-374F-C5B2079FA3FE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CDB536F5-58EB-96E7-10E6-6354B09EB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DD8D9DA-1295-42F8-7FB0-AB561E08A364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181160B-766C-AD3E-D06C-C32768B8BF99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Listing</a:t>
                </a:r>
                <a:endParaRPr lang="en-P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54737CF3-DF0D-D3D3-6E32-41D7BD835ADA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12C0087-693F-8FD3-6ACA-5E45D0A76270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0D7222C-4C5A-B734-E74F-BB88EDAA23F2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E419F62-1DD8-C46E-C49B-4317ECCF7C4B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9595756-D7F3-D9C4-D89C-42FE1C559469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F75985D8-2958-AEE4-ABF1-7DE1A1D272E3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3C50406-B808-BF57-AC9D-E158C044A33C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C2494F79-E42D-8A28-1830-39479AA79932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61CE082-B582-3865-9ABC-B8D396FEE6A9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B188431-31DA-7553-2540-C18A865CAFCD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DFD0EE4-3ADF-E6A1-A180-D8810BBF1A59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F0C46301-2098-E052-459D-44ABC39A78E8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A6BB7A0-1AB9-E58A-3ACB-74A7987B88E3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396DD06-B60F-20B1-23E7-CC9104643B95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05A6A27-D212-7DA3-226C-BDD59681FE7D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B4F6B6DD-4A56-8561-7339-653972D45E2D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7A30F242-407A-9ED2-13E0-9DE24B115775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817A056C-694D-5891-9F2E-042B5BDBD549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B3A2BCE7-3C2B-9BF9-3392-BBBC91C58D12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DD560BA-8ED4-9804-2A05-AC8E18016A36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C95C506-95DD-4944-CA58-E82BEC839A5F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44C1A12-C244-6E5C-03C1-11023F82C8D3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0690F10-922F-0FB7-9908-9703769F8881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7F68F3B-D132-7431-CB12-C7ED0841F4E3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B7AE950-247E-D7A1-12F6-065945CF41E8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A6FA9DF-D957-0119-933C-F6CE747D9086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CE5B205-2FBB-22DB-6E4D-8021D22B4888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8A466B1-ABA1-C8A6-F48C-76769A987B46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1629B35-3577-77E7-AE0F-4A84B5759E0C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1EA901F-DE02-C858-3BB3-9590DCE8391B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D1F3972-BD0C-217D-EB85-BCB2397C4384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3DEE179F-5144-B027-674D-70E35C2FC1EF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278BC4D-E2AD-E411-0D85-4BA74B2853A8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5F42DFF8-8B50-B34D-185B-73985E7687C4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291CF7AC-06DB-565D-D05D-D3A64F9FE8AD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427401A3-EEA5-E240-C2A9-1E155686DAB3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3CA21C7E-8582-7BC6-7305-5B2A1452F04F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A2E7478-8A4B-C8AA-82B4-2BBFB67C1875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9FD7AFD-4E25-88EF-C350-CB4E6D1BD231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9E16C06E-78BA-BA9A-5C90-620A8318ADF7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83297151-5765-264B-C70F-DE7A4D936BFF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13DA7CC3-53B8-A600-D28B-7B2D3EFFCE04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588E1CFF-79AF-08BA-ACED-E28A8577692E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B1AB2B02-35E5-25C1-CADF-E42875623A24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140D6332-378A-2C57-8F5A-8C7A00438EF3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F7E28500-CEC4-5C0F-2037-828C72355EDB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38238C24-FB8B-C592-8EBD-74932DDD14B5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F1906DE2-0A87-3755-43AD-476B72EBCDF2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CBC1AFF0-8FF7-E22F-F624-5CEE25A6A533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603E66C6-BB4B-DBD8-0525-F3BC83431FD1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69B71269-FCF4-1326-23BA-3D8C21670D77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B95F6957-12CA-C8AB-CB1B-52489D2FF581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B43D2FED-8446-081F-AEDD-E002EDEB1721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67623626-492B-142C-74B5-1E34FBF830D3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FFEAA159-6DB8-C073-FC7D-A22BB71C810D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C5C2258A-5DF0-CAA7-7DFE-74BC209D04F1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4F9104F7-EDBC-DFD0-D5FA-BE75B2505973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425D9CD6-BC04-797B-17A9-3FE8ABF48C9F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A46DC434-A32F-842D-2EC9-D5B9420C90AC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AA187D89-65B5-5EDD-6EDE-FBF4FFCE5FA3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76781710-5838-0BF4-D65E-3EA85620EE90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640B14BB-B471-2799-0BB6-CDE7F9B3972C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06169050-D2F2-E633-09FB-B13FB51CF8A0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32172223-FB9D-5BDE-FAFA-F69517A2A44E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F1ED8A80-A3CF-5E1F-AD41-0A338C11FE28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F49634AF-C27B-5A1C-2B52-188EF1DE9CD0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74102E30-C55E-32E9-565E-A75B346A7FE8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E8DED99-3D22-F3E7-0BCF-5BC1566C2A1A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72F0F6AE-1C12-B0B1-EB46-F750B1DE5C23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39238F9E-A197-227C-A12E-7B0736D93779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D37F3B11-AD75-2FB4-9B63-EFF9E7711D5E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B0B7D429-87F8-BA57-CE77-A48725E2F971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F005EB4D-C541-DD87-6C13-59EF367F729A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BC397485-9586-B4D8-5289-FDE840A67D03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383D8A00-5861-223A-DA5F-B8145FF9838E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8482C3A9-83AA-1B65-7057-618F41981896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D2CB1C00-6B2D-0ED5-3535-AA5DAA4EA8A6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6C9334F6-4D10-FF1F-E88D-23CCBC5FE8AF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594A29CA-3E79-1657-5FF1-02E003781DE9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034C116E-200C-A65D-AFCA-7F26E37DDD04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8C90B380-B9B2-B4BD-5B28-58111467FFF7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3E943AD0-D9F0-4323-B4B2-CC355E13814F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FBE42B6E-18B2-5EDB-3F1E-54C58E5062C7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4A164D43-0882-1F6E-57DD-3C061A7B7B56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F8BB0AD3-16B5-ED74-CD33-6B5BBB1FBEB1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0E931537-7819-F793-6872-14178A9BA5C7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F945E96-4080-7E44-6848-AC2291A3AE0D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4439C43D-363A-B5CE-19A0-9B2A0908AB07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4DAEBD6C-1D26-82C3-6D6F-6D43D5E5386F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A6C50568-7980-0681-5A72-75E1A0EDA779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130598C4-CF0A-8F0A-8307-67D10ABB08B8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C36AB5AD-46DA-C601-35AF-0AA0B33ACFF5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3C1A9890-8BA3-CFCE-CB19-9BB0D4B28897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B23F92B2-123D-9E11-3C97-D7494AD3BC48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F475BB2F-41E7-C9C5-DAE9-AA0EA96DD0EB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6612F8B7-70DD-CC5D-F745-F33EE1FAD958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800F721-9877-EE44-C681-7D9B15D4B85B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0DB92736-E7E7-93FD-F90E-35088C3BE226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1AB14536-0A9A-5034-8236-370A2E99FF3B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2E22E068-8E1D-62B3-89E1-96123EC40C1A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D39F76BE-354E-A4BD-CFF7-3D77E6D0EB94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C96A2300-475A-59A9-B66B-7D4AFFA77614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3B3623A3-1F3B-8939-793B-A8302903B590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195289C5-6A82-B094-392C-654C72E42414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CA06865A-FA07-C90B-79AE-932E9D32F75C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61403733-B721-6880-421F-C05FFB529B33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1C537C0A-9D4F-F7CA-DA89-0728C6522116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AACA8991-602C-ABC1-233E-B74C0A6EABFB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AE09F5EC-F154-CF81-FF89-E60F1E8E1EF2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0B992C08-6202-A8C5-2C9C-2986BA2C87B9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6CA42DED-EA3E-340F-73AA-19736C6BD8AB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CEFD3DED-5512-3D9A-05B4-8206614ED634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C292218A-30D8-66ED-D388-77F7851C057E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27D26112-BA84-B081-E5F9-E8A196AEDBBD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8B6B2CEB-A75F-5693-47A4-E0D8CCB011A7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2F1FE934-F468-7015-B6B1-B74CCA9E40A4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2B371503-BAA0-74CB-7841-81746952DAD3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33DD3DAF-01E8-2D91-FA1C-0CE8D6C666AE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970F8F93-DD61-2880-6E82-BEFA31402F2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CBE2E6F2-26EC-837B-0B1F-BA2669E28712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088E75E9-A73C-D442-C133-23D465536A26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2102115E-0583-4BDC-63DC-AD9EF0FB8AD6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08CA51AC-A028-503F-A285-9CF17CA3E538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9B8880CC-4867-9BED-4433-51ACCCC26A23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B7E4CA44-643F-B464-63A6-51D90E4AF395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55B632A8-86E4-9877-A545-B253F2F5E192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29673EBB-71A0-5C30-3D9E-2C252442CA59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22B9E870-1594-7DD7-596E-B5898C91B4B1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A15E0F1E-D7B9-8617-280A-00BDF7726459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190977C8-72AB-45C5-336B-640601441B6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3CFC761A-02A9-82AB-1706-F206F018A0BC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5766DC38-B5F1-5D70-3160-E10F6E963533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BFBC52A6-167D-F203-8C1D-80E77C60C338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8048E49D-A4C9-C653-C740-3EB0BBBFF1A1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E1A4DE7A-0911-2F5B-7DC8-DE267855B92D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952B0B06-D497-45EA-97E3-F098629C5322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8D343147-8E8A-AFD7-C405-79232D737FBC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EF841057-E6C8-D029-DD6B-45604631F615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2B210AC6-F298-C96D-4A77-EB7CD2546EC2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04F5B043-34EA-4CDA-1F2F-3B258757F441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475934CB-E2F3-AAB1-933E-AE6927A062D4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E1C0CB2C-33AD-5E9B-821D-77801F400DF8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7242812C-1EC9-A80B-B4BE-6CD3B5D3E09F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CDC0A87F-C1F1-EA8B-E187-11383C5EA48B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9628DFD1-D939-F56C-8010-BEF7B854FAD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069B7299-EF65-3370-4D0D-5E4EC30B89A7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5832A09E-BF5D-5871-C819-C3B418517B21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B415597F-2E3C-0329-5AF4-03400339A942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2220B60F-71BF-30B1-C298-5613BB56063C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7B3C638A-FF56-2A36-9DC7-224C5119E22F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8B9E41CA-3087-B775-5CC0-5D8C27ED63AA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2E7CB52D-889F-F1F0-DB59-528EB6810C5F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0DA913AE-60C2-4C2F-2FA2-50C82D54EDBB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00034D1C-6395-D5B5-DE55-AC6EDCE8CF64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221C8C10-BF67-C3D4-96E8-2BD80FBC9679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666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07B92EBD-9959-14ED-97AC-BE63839A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7DF79296-592C-F1D8-DBC2-5614D0FA0E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97F2F6C1-8BA3-BA52-6020-65E4E85952FD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38E0A1FB-A90F-1FD0-7B58-03C4EE119092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E1E4957-4B9B-CD36-AD59-7DCB8CEBCF23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DFF83FC1-9D5F-DC92-ABF9-FD200EE19C5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791F0A36-9DF7-D587-DA97-A1879506B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ABD7CA2-4AD7-1AEC-3491-5FC4E3356FA0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CD59680-DFF3-2AC7-9B51-A2321D0457B8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Listing</a:t>
                </a:r>
                <a:endParaRPr lang="en-P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1E17FED4-7378-7502-4C07-09ABE9738AAF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47A7161-6174-A45D-0FC6-EBCD345CDFBD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95C1828F-7F27-C446-5B16-4440F194F841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80F615C-735D-3B4E-F3BF-2C2876E83A9B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DCE6FC4-714A-725C-D5DD-222949A62E22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317DD7A4-8E2D-0A94-EC65-1CE7EAF1CF61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5A76794-ABDD-F525-4D40-72CDEA14CFBA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D3E64FE6-1B4F-E968-4705-60AE877BADE0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4D595DDC-0894-B15D-1021-F2E519ECEC42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7A46C48-B1FA-C4CA-BB25-905D84298757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9A491188-921F-57D2-2B71-8660E36574C7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A89C364-1C54-C313-3176-916C63620D4A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3FE065A0-2081-5A31-3DD4-7E0DD417DB7F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9F7F6EA-854D-0965-3DBD-436134495AE7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BE52F9A1-33C4-8DC3-56B6-2DF37D89B596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9664F94-84B0-C495-747E-87A5BF5C28F6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F47D5BF1-75AE-5FA0-4D8F-82CCEDA375A9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A3FE1021-22EB-2D74-6339-A7BFBED7DBF2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B7D51382-1A14-B922-2FD1-38D9640BEA01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1B560CC-59FA-06A3-5CD3-5C5E142E191C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CA071E-BB5C-3138-3F82-72A1025F401A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A994013-6CF0-9B41-C226-7D3D71F127D6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6897858-8182-70A3-6B26-D42F29FE4564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5FF9508-6464-93EA-A9CA-605BD84269D4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700E58D-9099-950C-02E1-857E1BC3A24D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8DFD3EA-4BF4-4482-B4E8-A55E44C23BF7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CE1C218-85EC-2141-5039-94025DADF48A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F8FF0B9-1128-DCB5-2430-85D19B2A1B55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1379942-00C0-3BA9-9AFF-8A64DDE9E6B6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4D2A423-60D3-57F0-288A-4F17BAB5E882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E7E48C6-BE8E-6C9A-C8A2-BB433A6B29B2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9AA49C83-7078-0D45-9329-90094E678B83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C585B129-2371-2DD6-C438-61396AAA81B7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77F2E197-DA56-741D-9AC7-C0EAEB5DB117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B8B32B9B-28BC-5A27-3E26-876FAFE64848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0ACE4815-C0AD-EAF7-0E41-6D1B61C4B53E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469C0B75-FF92-0FA6-D95A-3F367E318005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38915A34-E006-8B56-C898-AF9342937D12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05FFCDAB-835B-0814-D2FB-3B398EA114F8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63D4CB63-E915-DE8C-7E70-315DABCA20D6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9D771DC5-2DEB-974D-4042-3C5648DDEDE4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948E129B-5527-11E7-F682-71DFB6966690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8DD3AA5D-FF26-EC67-A380-D5EB38EFA958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6D285F03-B0D6-A538-1927-A210AD56018F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65BFFE46-4AE8-4282-5B5C-664FF0834642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5652763F-62CD-87C9-3143-004F54F49508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1945B836-CF41-C34B-E048-87231212CF68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CE304105-CBEC-A868-6FEA-C16B772A70E4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7DECF7FB-27C7-0D35-1A88-56F427459E19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E6B1F4A3-CEC9-A366-0796-D5075296DB95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B92779A3-4498-5709-9FF2-8B090D6A22F5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8BF80031-B4A9-A031-39F4-2D59191E1C2D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9F783456-E939-6C99-4AB6-ACBB62DAA2A9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0822F234-FC64-4BB3-29ED-8E6B2593513D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61018C20-AEBA-ADAB-CFA6-42D2895314E1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2D4F25DB-49B5-1ECD-F48E-B2F17C76A8D5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8AF676EE-3DBD-5FF9-30E6-19886DA2359F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E13242E6-0B5C-D35F-69CD-EED3B73F4F6D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F0DF2C60-EB72-31DE-C880-07FB92A9A04D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BDC753B3-7313-D1DA-C535-1A84ED4ED13E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D27C1FC4-6B0B-ACB2-899E-85C695FA9DD0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434A3DFE-E97A-FED1-E4D4-FDF42F0387E0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3634C53B-50CD-11AB-F4E4-D09CC442CBD3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0C3A5B00-1EEF-51CB-62EB-8ED48AD6BFE8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1791C5D-27E2-CE8F-4A6D-F507E2901B1C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5E67F75E-3866-0E71-6260-79E2BA4C1E8A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A057C9F3-96A3-999C-B77B-3397ACCD6A0F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95B4E377-1932-3462-9C4A-73C12296B6E8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8F562F97-F97E-04E3-7F71-B126C4A7FF03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E31FEAA2-FEF8-0DC0-FB1C-3CE1E1B6E30B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779FE041-F07A-AE11-B5E1-E07B305CAD01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9135B173-27D1-1B92-C7BE-8B3846D16D94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35DA0DAD-1E33-3189-B8A6-0A07727EB945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258E1691-0F6B-6A03-1690-4C41A3F99F8E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D9986450-39C0-F49B-FDC2-F5267A2853A3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168EB5E5-4307-BA28-D640-3595090EA399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9E6946B4-9AEA-60D7-330C-75EC3D0F45DC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25FD2679-0132-56C8-FB97-EB6D60E13EE2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EC656A99-60B8-80A4-CA99-9566A2273037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229C251D-7D33-B9A5-9483-35FA2CF78552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8A2CCF5A-5A46-14E1-1044-6A3B0EDB6206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0D8B6DFA-387B-CEEF-453A-EB511A5C2136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DB10C10B-EC36-026D-4978-697C3DF0B873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DFD2CF9B-0885-36B1-5D43-5ACC6E95FFDB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CE319C8D-9853-6DBC-2E31-D118D7FD7C35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77A001E5-12B1-B3BA-5585-DBE1C8B6E2E1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86C5866F-54B5-85D3-176B-3D047F72127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38D181C0-DDC9-BD2B-4307-1316F56EFC31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4FF624E4-97C9-9020-32B5-E57B42BA1977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1DBDBCCD-D82B-EAE6-9375-F54B17D296AE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13C2305D-34F9-35D7-2E81-09E7B57D14BC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950430D6-741E-3726-8FA9-34E11496C560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171E43A8-8F99-385B-89D9-578EFA3C3D08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D53DF63D-B91B-E6D7-EACF-06B6CD079FBB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A120D237-F59B-B021-3588-1B4A39EDC90C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F6428AD-7074-5817-0EAC-CCA9021E8B1B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05025D98-4511-710F-1211-91E99C28DF6C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EEF9233A-F67D-2E8F-E850-E46A95234D1C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12F6FE0D-1A44-DEFB-A0ED-A9F38389FB2D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74E6CA43-12BF-8B85-FA6E-988786537D2E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90840DC-A245-7670-6D4B-67A49DC02DF8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FA87DE73-ED94-F174-427F-5882522EA635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CA60948F-10D9-C8F9-CAD3-DB7B73CB0411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6FD768C9-03BA-D075-1A78-E5E7063A0574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47A0DD76-6866-BCD9-657A-210CAFE0D04D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1024A397-934B-05DA-C7DE-0CEB5D43DA6E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B1EF4056-ADAC-215A-873F-6E80CB2AE3F0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2DA0A498-0096-94A2-5C04-8C9F2AADC92C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591C94E1-26B2-3817-048D-9DFBCB079D75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00C1D7D8-50AA-A571-C42A-AE4C59645EF5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7080FE2B-1FD6-A062-9292-54DF4F9BC953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9D84AF34-AB58-3E5B-A7E4-9FBB0F0DBD39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36EE74CF-74A6-46CF-4B8A-AD9B4E8918E1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023341DD-E564-4586-E19F-7BFD08D7986A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64A46915-48D6-CF6F-7AE6-1E6AA4C6CD90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6E29B9C7-B287-47E0-D6A2-F7FDDAB0A381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6FF3EFEA-B9C8-C398-1679-0140DA3CA4F7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C7EBC3B1-973B-7850-D225-44C6D1258D0B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8152C97D-C600-A853-E6EA-D32C48A119D1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D2148D09-86A0-336A-10E5-0CAA414F6E3A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D3A241A8-6B38-D57B-C4A4-8793CB8DB343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B79BFD2E-9EB4-5031-D1C9-A45B4B520794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E199DFBF-9707-4A32-9495-119279B1E474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A58B1262-64A6-785A-8A49-F3D39460E20A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D4883085-BDEA-B6F5-F521-05B8682FCE7B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D06C3347-A00C-FF7D-2CCA-0A758A60D0B8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4EAEBB15-3D81-B141-918D-6BC1D600C6D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EC165476-A3CF-A588-040D-5BE4C0B205A1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164E5439-ADA7-B26A-5CAA-2ED95EB6EF11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FB4E9802-AC1E-12DF-A271-562FBA23839D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91BE219A-A569-27A3-38CE-C83F2B55AD87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9BE70963-4933-AC74-5FC0-68A3C5AD6A41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39A445B5-3F5B-6BC0-14A0-86F9B3928CDC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798D81FD-8D3E-84DF-9F57-6897DA18250B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3DBB2F55-696A-A8D1-709A-DCF5E10C614E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C3889ED8-508E-5A06-1D8F-9264895F5A44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F73A4256-93D9-227E-D5CC-3763614D633D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70A40397-B3A0-BDDD-5552-2909A660EF1C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5790152E-341B-C2CA-AF49-4BB0808C68AD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376B9A9A-B995-F030-9984-D0CA54EF338C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F7C02741-F983-D782-2866-DF6F471A1BCE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C5E08B6F-561A-6267-0EF7-A3FAD06311FE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82D79C63-0700-5EBD-EF32-913F524664E7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4BFD97CE-71E0-C74D-9F02-87B3973D5A99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67C58AF3-8F43-51E7-1089-D62004ECE710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49D9C5F2-E7E6-1849-6B5E-1333A16348C1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114697C1-05CD-42D6-B6CA-78F52E224A70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FF640CA5-162D-D7A3-7DE3-F2C41EC8A6D8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51A29E14-9668-BB86-D1CF-4F881F66BF94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E7FA665B-A21F-57F9-8795-E897CA74D5BE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5492C9B6-8A7D-668E-D5AE-29516354C3DE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5E4DDA82-E0EC-C255-CC4D-C0C914AD55EE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13140045-9FA6-22D5-4BA8-0C7FCECD1635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C349EB95-26E5-27CD-BE50-949025E11061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5529B767-B60A-8288-1C28-D96281CFD249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7289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72444C53-41E8-7E3C-6F02-313B2F7F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FDC0E7BD-81FA-E4A3-9B16-560A31CC5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0628689-2C4C-C6D5-8A11-17F41AABABB3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CA534E78-F7A1-CD60-0A36-84EECC747F40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697311-2A72-5A97-AC56-01865C15F1C9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3C6B214F-52DC-2297-9DC4-A51E8C98F30D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D1E8221A-93C5-62C6-3DA4-405BA8149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F2314A0-F4B9-188E-D267-F7C235FB0AE3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3D4B459-ECB4-0260-3824-A0E54AEBEE89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Listing</a:t>
                </a:r>
                <a:endParaRPr lang="en-P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657F8BA0-ED0F-D8C1-D828-6AA96BCC3764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08872FB-5369-F80D-97F0-48C51F50A277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D0C5C958-6ECC-E9FF-E2C1-91573E5311A1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61938E3-E96C-4D23-AE79-027935D1F1C2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D4C819F4-3CA6-7303-47A5-056903908CB7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A94FAE58-4409-E32E-2D44-B106869EBE9B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A0048F4-9E64-E726-B857-A3D07739DF8E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B0F89A1-C434-4A4C-9518-76EB66A84EB5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27B9FF5-32C5-6CA7-C5AF-AE4A51A8E42E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11EE3A46-71E7-33A5-6EE3-BFBCEE903F15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88A7B905-D3C0-1CCE-EDB5-B6951B81D9D3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F3DAE6A-0B9E-0677-9258-82B432970840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7ACF5E22-06CE-4E5F-E790-9AC3ED4819C8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5B912603-F73D-3282-28B1-242AFCD24540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D9AC953-FA4D-5036-FF09-52C433EC4E1F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7F641D9-D3D5-C27E-6C63-4E75568E6C7C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48507D7A-08F9-5C55-979F-712D81E88678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14D1E8B-E908-49EF-2DEF-7ECBC939A41C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CE3B12F4-5269-CAF2-8FF4-A04B5369035F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2EFD10F-2316-C674-345D-81517B6FF075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DD036B6-26B1-BF9B-8954-CF0ACCE2AEA2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55F9631-919F-D89F-7E43-6E3E8AEA48CE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2D263EB-A135-4AEE-5311-A4C1DC68214A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AC26CA7-0DF6-5D51-D11A-886C922D3FE8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10FCB18-A401-4BB1-CA56-55EB957D7803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B6B1388-0CB2-3279-C234-89F156ABC914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E0A90EC-52E1-943E-B449-A5F7084C81E7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8EFD231-2C9C-1BE4-D496-18FDAE3A16CF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CCD4033-9688-F8F4-BF21-8BEDB1187727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483A9F3-991F-7519-C95D-93DA69AFE5AD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8A20D29-7D10-EA53-9E6F-C13241ED78D6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8AE09745-C2AF-BA78-D563-3FA8AB36BF45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46DF82A7-5396-B9A1-A8C8-E3022CCCC46A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B2A5B710-5A68-1CF3-3C01-AAA2C335F0E4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69B26953-7020-EC8B-EB8F-0D348C0C31F4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BBD7ECCA-9E96-C68F-EB78-FBBA3E39CA08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2881331E-CE1C-9C2D-53BE-D26F0511C7D4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1687FE55-E9F2-BBB2-3628-CE9954A47F43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708E016A-3F1C-5DAD-5142-C2B5A5892137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C41E7A98-B2BC-5B1F-5BED-104D59D4D9B0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C9D7D7DE-2F07-853B-44A4-1F6543B63612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0758FA3C-0F8E-91CD-FE10-6F7D20ADF187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A5606908-EE8C-1DEC-942C-8CFCD266DFD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E0C44A3F-4B0B-3862-0BC9-3334B68AD520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6A5AACF3-EBC9-A832-C927-6A1A5594BEF5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655371F3-B7B4-3BA2-EFC4-CE367785AB73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BDE875C-1E6A-EE87-F448-23FD9491ADA5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7BD13469-DAF1-4547-C708-D504223FDF31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A58896F6-FB33-E591-A479-3523643E65D4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9ECFF182-B8F3-96F6-F4CC-80F98CE17B8F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83E6DEE5-D879-D22D-B438-BADFC1415CF8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991B2934-68C2-8204-7E60-5C8C04AFDA41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D4C34C33-5A70-2667-FA7A-9A60C5BDAF3A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CF4E4CE2-900A-3ED6-4527-3C28548D387D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EBE332FD-B115-724E-F0F8-D61EF2452778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9907D687-0BB2-F6FA-E105-B89566367AD0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3332AA7D-F184-D01A-88F4-C84DE65D382D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831FB6D-5C3C-AED9-4CFB-0FCEA7D05C1A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D699AC94-7416-4723-37E3-C53DCE47CBAE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86A2CAB5-3BBB-902D-39E6-F3D83CF12992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2ED08108-3802-3587-4BED-27A173A82164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2374E384-1A52-3F25-743F-D5197AA2D620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47A1F963-EB32-7990-4B80-7E843867ED80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48A65D7C-F46A-4644-4647-09C652087D6A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CBF1BF93-AB2C-3CAE-EC2E-9D5EC9D349E5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72022CD6-851F-E9D2-8FAA-D99092F0302C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D59AF37B-0288-9E0D-F8B5-5D82CE812044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D7099CE7-3D7E-DB8A-822B-1FA55D4F165A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AEF04DF2-FD7B-AEC0-9263-D23F4CD66095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EB5DC09C-9B84-0239-79C0-C594F4468BD2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2BA6D20B-CAFA-CF90-A032-D8746F1996C5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D1C529B3-D321-5297-637C-46031E5678C4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E31619A9-6FD4-9CA7-B562-CBEE1D64D194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5B23FFBC-1B17-E253-95D8-00A07426106D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A589E737-57AB-5B6A-AFCA-CE9320835DF0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BA9D21DF-673B-4C84-C019-1DA4F45E439E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E4C96D2D-F026-72AB-4337-59C101C82124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5FCA12B0-C668-1E19-7568-A13E71367ECA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A587A540-A35B-3925-FD6F-A6A3A54BCDAA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5092DAA5-C9E6-D702-CC46-6156CCA22108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7F87F14B-0FF5-32C1-C445-62C498A46C11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0C9BF0BA-7799-8846-F281-203BC91E65C6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FB2BEAA4-6107-CB24-284B-181E74B673B3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DCDE6F06-D570-CAE5-821C-C400205A8ACB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AC28CAAF-9A3C-2E02-06EC-AC30582BC288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A8649789-46B4-C9E2-F64F-E910E8B3CD5B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C288A4BC-3B0B-192E-CC7E-79DB8AF19D4D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74846422-8E14-322B-4773-907E83EA8A87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26BD2396-5327-D7CA-615A-B0D1C0C0CC1B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FD12D30D-26B8-27B4-1ECE-3A673B05E169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43715A01-4F5F-57A7-96C2-C6280613A227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4705221E-CAF1-7022-3B0D-B39A73B16C9B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D888B3F3-5A66-8179-C8C7-7366C6FF26A2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EEB8C796-6C6D-D379-67CD-9712829FAD3D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812E9B36-4398-E625-EBB0-6BFD2126FBC4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6D3C4112-2BD8-AF83-B33C-EF68C2BCFC07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0F464E5C-561E-AF22-0E59-5188F014E50B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DF3D29A6-6199-04A3-2239-485843023810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66D1D0A9-A88B-F148-318A-5E0D4898B797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59D08E09-6158-E96E-F643-43B3B353FDA2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4A524EC6-AF43-54B2-511E-65F4CF9D9FC9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AAC01205-3A6E-7411-BBA2-EC124ABF0703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3CEE6DEC-AB4A-6331-D921-0DE0A944A371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300BB4F7-9003-140D-590F-1E8549016CE5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0CC9FD4C-BA09-7F32-72CE-3FB92ED71B79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595A54E5-18D3-D0D8-2580-36C4E9EB9C24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2DA9B84C-211E-B3EB-F721-49CEF6F93520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27EE102-5C73-63DF-7943-B769DF14A72C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68020FDC-4836-D83C-1606-CFE160F0EC66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3E81C973-D153-92DA-54F2-F5586BC9F99B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F3C2ED49-743B-A529-868F-F8504EF6CD3D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25E1F139-4BAC-DC4E-B1A7-A3491A35E61B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7EB4902E-1086-C67E-CD4F-ADDD9FA580A2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039C1C37-1884-A038-CCC6-6CC7E56490AA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F9352D32-D4F8-CD41-A280-3F84673A0BAE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CE7D494A-E004-D589-6EC1-7A71BECFEC80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F89476DA-5A89-C027-8421-0071C5732A29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C4F282A9-C72A-7446-C1F2-704000FDE202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0C991B65-0A2F-DF44-C856-FA1635B3F757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547F9006-32BF-BFF2-CBFA-32C06C91B445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161B4682-9D29-1F7E-E786-DF9E4E40AA9E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92EFA952-D05B-9177-991D-88AF467561E8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985A23A8-936B-E551-6F61-80EE245AC5EC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AB9DFAFC-95D2-8D7F-29FC-F86EC2351510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F6FB3AF1-20E5-5831-A178-C1EA8C08480A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9E1D67DF-22D4-219B-EFC1-F4C047FC1A34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AB9B1AF6-D145-6B6F-7EC2-77D49DC0CD03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39B46380-3796-0ECD-AFD8-F8C8DDA12E56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A4E92FF5-9440-E105-8E26-AC495B894A82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E9385A3D-0368-20E5-D33A-F3C7F1A0D156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44BA46C8-422E-D286-A112-4DDFFBFB5965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DF8CF361-B8D0-5C5D-16BF-0DCB795C07B2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6A6714A1-D448-6B4C-A726-08093E52A4DF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E489C003-117F-CDDC-212E-E1A216BBD692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AC0517A1-80B2-703E-7291-781442008AD1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0834E963-8B0E-02EC-A8F0-ACF316532474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3726DF4A-250D-AE02-CBED-5C528A20789C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83B8D2E-1788-D9DB-A3F0-CA33CAB87104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FDF3F075-23E7-1E02-4846-01911FC954BD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CD08C3CC-0734-E671-59F6-075E5F457DE9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6108125D-241A-6A64-C1AE-F7E0E42A16F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37D26AA1-25D8-E628-0837-C26B9932C7A7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C21CA193-18F9-7690-E775-B70B1ED0EF8F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5A4A1752-C176-9FB1-8D0F-ABE12FCC5B8A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A0A3D891-3A58-EA1E-7346-ED04A4A1ABC0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BB6B8101-729B-5333-2FE2-833D9E6675F2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3EA98EEB-6A92-E111-6C8E-71B2D0B74169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6D19642B-201E-3996-3305-E31901280FE8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55BB8D47-947D-9136-980D-4B5B97167EF2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BEBB1E29-07D7-CA73-EAE8-38EC5CAD8FFA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A3529C1A-433F-3A44-82FD-C2F841A9EFEC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396CB969-2C10-216C-C46B-14868268FF3F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0B467A96-0AA8-A8A9-1A1F-2BEE1F0B27B8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86CC9922-8010-F9DF-2F66-16A9877F9288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FA109573-82DF-EA69-D892-5A8639B97BDE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751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4F6F6490-D0F4-C24A-2880-299E642C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15D6FEDA-96DB-3F69-29D7-C7B3B41E1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23F8377D-31D3-889B-431D-373F9E896671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17E5BED8-72FF-A199-1D5C-55B4A68B6985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974B7E0-3A45-45FE-B09A-523843BA5AD5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B7DB0BAC-AD70-0254-099F-F1C23EF61C53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BFE82631-ECEF-70A6-0927-0B2856B99A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A9349C8-26D1-B939-DB56-69D39259CB21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1A35FFC-A4C4-1CA4-2BF9-C4F20F6E0288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95A4F8EB-C207-DFEE-F2ED-F029F17CC64A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9700D0B-7BC4-C05D-A2B5-87027A57B37A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5D87850-CA43-9396-9E88-C282201B8458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669BCD66-90E2-C945-6E71-B722CD408439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E3D3712-F015-CEE4-F789-D78AA81B921E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D2F05BD3-563B-46C0-F29E-4F97D63E08FB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9F585126-CD42-0193-245B-B4814448CE50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275AE2B-37B3-9CD6-8620-3A40AACCE622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0A4A14C-EB38-0026-4042-53845CF3DC56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74372B7-4109-A2A9-7B8D-2609D0D87CA9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A4B6C55-D9EF-937A-04E1-63CFA6CF25D1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76D6D62-F669-434B-CA1B-F19E348AA3C4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7B780F5-B129-C3A8-4B33-62A6C7A8FC63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B00FCD5-A6C4-E967-2867-BA7511FF2EB5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840C7C9-95B3-5C03-7389-070DD512FA6F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3D831878-0744-21F3-02DE-53421111811E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E17AB8C7-D1DB-5F35-705E-FC7F55D128E7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39F07595-C4F5-61C5-7F88-F90E2FC421F5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D8201948-0961-3F54-A686-A66D97D76167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05388A6-E060-72FF-3725-AA14FAE6CE86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591A7EF-B5D5-9BA8-0E84-2D312C6E3533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25EA31B-F2CC-A2A5-BFB9-8E1EF5BE8448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9A4744F-A9C9-DCF8-A492-596DFB4C59D7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95F0076-65A7-82F9-1321-11E813B71BA4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EBDBD4C-0FC7-25E3-4746-D5CB1E68D34D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B14603F-552C-78EC-4D7D-9C7AACA870EA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AB94DB-A866-65BA-9486-3165BC186383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605AAC6-3F80-8D53-7938-5D7F7514E2BC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52603F2-D378-3B02-5AC7-986BFACE04E9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6E4596E-B0EB-C6A9-FAD4-C8A2EA6F7502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524D5F9-A024-354E-7783-9BEBBE6F2CCC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5C41B11E-FADC-0AE1-91F2-9A64CF22970D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769B363D-CFA2-C434-9A7F-7E7D09D556ED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8C5508C9-547A-33CA-90B3-046D6E45E835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445878F4-0094-B09A-108C-58981CB70067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1ECF9265-5DF0-4DED-ED2C-E7127EC19952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28B84DC3-E4BD-AD2B-768A-701598D4E425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8AA8A270-67C6-90BD-C37A-B0DF31B6E415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6EEEBD1A-6673-1BE0-E5A4-3E9EB5A767C2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D2F085D0-6528-BEE4-7717-98CE8270AAF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4D123D83-C06D-8E74-667E-D031AD779292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4E5FB350-4518-0D24-A186-E23F1B7B5F6F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79B2787-DD9C-CE65-7C07-A632F5446AD5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6EC874DE-5EFF-4328-A2D8-9DF108C346F4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EBC81DDD-1DA8-A121-F38E-B36505355612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C586ACD8-30D1-6748-4A9F-693B2F2B71AD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A97CA742-5B01-CA13-6F20-B0E9531183D0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F7A562EE-051D-BB79-CD24-076EC4EC8BEC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B765127E-AA41-C9A1-D427-194ADE3E7496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89840405-9E91-4016-750E-5883F0A94788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EE51E4A2-E406-23AC-E0FE-3B73ACA61B68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CD13B9DC-7BB0-6EE7-74A5-B5EBB245FF43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1D61A504-3E89-422A-8EB2-3E41360326AF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AE3C9F2B-BB14-EE84-2A73-04962437179A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424ADFDA-FBAD-10D9-2A8A-9060367A8DBF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EC879980-35A9-9A64-C3C1-D9D6DC87C65A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63965713-65D9-1D32-32B2-3708B4A0CB9D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F983CFF9-C362-B308-47CB-4A5151CBC3AC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F7C7E31A-3CED-DD5C-B057-81C32959A43C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80E5B909-1B02-1DB2-67D8-FE58BDE9EF14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7BD49027-E5E4-8884-4387-D8BFDBBFB181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F400A94A-779D-8E2C-4CFE-6ABF4B59D67A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1D211147-5B5A-85B2-32DE-CBA9A14D9402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F882349-E6CD-9DA2-5879-2029272C6F15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9FD21106-3058-EBA3-C41E-66B1DAE4985F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C946FFED-2972-68CE-02F2-6085E901CC00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20B95C8D-E0D6-3628-FB16-B76E8E465B2C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8C37F5F3-BDB3-A48B-4A2E-24EBCC8BE505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981BB7F6-6EA5-AC74-5A7B-A31918B0C49B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15F4CBD5-2A78-3E12-83F2-872E2FF5CC22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B6BBBCAF-1282-A022-877B-96CFC024A20B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FA98CF29-3907-3C2F-BA1D-DFF1F4965C34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696A1090-FF2B-6A15-B963-4BFE417137AE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07BF189F-8C03-0B3B-1145-3EC8481661BE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86269434-890B-D05A-99DF-13B954AD326B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73950575-7670-FB23-24EF-2F7755FE8D72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65D47A96-0101-C01A-13AF-5A8B55B380A8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0CF5E00E-9B0D-B543-D2D8-65E494B41833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90BF90FA-B0B5-03A1-E669-A87BEC212BAA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3699D7EA-0072-294E-919C-84673236F531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6732C5AD-360A-1398-9D73-636772617BC5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957D8A5A-F73E-57A6-F23A-92899F9E063F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2A3EBB8B-6F96-0A36-CC54-91390AB10E22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07506E54-E104-49F7-E528-C22FF7462CC5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6138BE93-BBEC-B99C-7DAD-082115F1EC14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3E40D6DD-9BAA-79D7-ADB5-5E70775EA497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7E482712-BA75-1EF7-FEA7-975EB5FCDC4F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3ADC3F63-82F8-2327-F316-3E3B176664DA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F07F76CA-EA20-6FED-8BDB-B8194A51C25D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4F74187C-C5F1-AE10-4E59-2AA17F638C4B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298C7948-E5E1-B28D-874B-4479BA10B213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BBBCE747-AF4B-8AF4-2154-C5B965E0703F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D546AD8C-8723-9620-1B65-EDF388B017D7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0311182B-1407-9CDE-B34A-D7826BCFB2E1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7384FF62-BC20-FA2F-43AD-A5392AF09CB2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A974A078-2FE2-F21C-AA01-903C3664CABD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1A21275-A203-1F08-52CF-D4DDEB60E248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949BD22-0065-B621-34EB-D57B56BD96AF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3E86406D-62E0-6DEE-8BF6-4269CAAC7AE1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16F19361-29E2-916A-42E6-532BF2C263B1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3A5003B0-6487-D176-D667-88072A5D0FC8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FAFAB57F-FDB5-8E4F-94BB-F8109EBDFD10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67C86EEC-8D7E-CFFB-2E3A-EBF726E44EFD}"/>
                </a:ext>
              </a:extLst>
            </p:cNvPr>
            <p:cNvSpPr txBox="1"/>
            <p:nvPr/>
          </p:nvSpPr>
          <p:spPr>
            <a:xfrm rot="2622415">
              <a:off x="2188262" y="232218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offered by &gt;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D36A2A9E-5E72-16EB-CDFF-EFD9B3F2DD38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1D8C9153-0E49-512C-12AB-4A76A19793FA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F25956CF-A8EA-7D2C-38EA-5B21318E088C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97FD67EE-99CB-EE4E-5FD8-0D07604F338C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D08BE367-A601-41C7-AC6D-36F4FC541CA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1B7EEC9E-A7C7-774D-0F62-53E564FD1A15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D092C3F2-EF7B-B47E-8161-3853A0E537CC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8E6106E5-D244-B587-8416-23B4D90033DF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260C1FA1-40A8-8B89-6A0B-F42DB5F4FCCC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C8E77E82-55A5-E96E-B1AA-AC9670AFC07D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99F8CD9D-1B08-18A4-D208-14FC822AA12B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C7819266-5D88-05C4-3688-1F1037716892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A7AEAF4D-B7FC-5B01-E088-CFBCADB3701B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9FE1C5F4-D1E3-FEBD-531C-5F56D5BBB159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85057137-B8E4-A34B-5416-F313842F1744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313395BD-8C22-1E66-2F1C-EA8D3E267190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0B6C897B-48EE-A27A-46E3-B292B9FCE4D8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98E83546-0EB2-CF9B-9E58-DD0469283844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70DEF309-5BC1-F4A5-B3E8-78FA18EE54BD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098846D7-FA61-92DC-7662-0E5BAA604DCA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55681662-2362-2D38-968F-70EF83E8FDB1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42CA48FD-0185-C359-A085-E4DF17422B54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97A4F3CC-9736-33CA-5148-7772EA6C44F8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A962F842-D722-811E-CA65-73388A6023F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3123F718-9CA5-41C1-B6B5-93C10B37DCCF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DF6E2EA5-4CB7-1C62-C94F-F49F020188C3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C4B9E482-E870-E966-6E49-B835F329D22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1032A173-6DF0-6855-135B-456036046D0E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5D0CB95F-C4DB-1D41-9628-9362A757AA90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CB6F905E-2296-178B-549A-9E0B31EAB357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22D3DE71-75BD-6198-E866-25CAC2C98B79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43B32750-5536-0686-5DF2-6EC191C7CE44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E721183C-7E5E-8C3E-CE8E-DFDB3CD34407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63807453-17A4-5844-F84F-1D42065C541A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22F766C-A324-8DC7-613F-818AE66ED450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995DB3AA-67EA-46A2-987A-1E5A2A2B84ED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02468270-604C-634E-48E7-628D281F6E87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A0C1CD71-2603-3DEC-CE67-6A11B1F1298B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9CABFA15-37B2-76C6-4BC6-EE25C26BE5B4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6CDF3B74-2D4D-9068-1F83-4CFD59E060DE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FE1FE24B-7767-1904-B802-A4F0F624C3A4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9E446128-979E-2FBE-055B-16BA9842A99E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6FFD64D0-5595-F70A-9017-381038B2D132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0868A35D-323D-6407-2A26-A2BC6F7D9A7D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14CE3B9E-230B-77BE-6E0C-49B1DA8378AB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FC5FCF5F-E4C0-9541-1A7E-657C761E53A8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AAE0A918-3079-4E12-3CB2-A8E67BFFE024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65A42A08-AF87-AA9C-F93A-7750D7C337B6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49A864A5-B6D8-0B29-4C9A-BA77A7F13A8F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5E22ECA6-0327-F67A-B136-9F6767C0B992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6E40F831-D109-0A14-BFF2-C4E72CF42A5B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6076AF2A-4A62-5B45-B006-40868CDC5469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1696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FBB40700-5B76-C701-C26A-92EC2769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13969712-4500-6C62-D3EC-D3CEA693D3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94226B78-8B19-2299-6F4D-A81734B056ED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C0828CA4-8BF4-FFD5-D99B-2DD2B303A750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E0BDBC2-058C-D448-5C7F-335FF2693B1F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B2719C4B-D109-6D26-7862-58F0297795FD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300C0FCE-6B82-C584-E8D9-F979EE07D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333C04F-6635-D30E-5589-DACA872A4245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ADED627-08E6-A87E-2EDC-D416CE8F296E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20E1D7C0-93CD-C455-32FA-4E50C033080B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6D9FB24-42B2-B4DD-8FBD-E5D4F878449C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BD5FD3A5-BB8E-546A-C7A0-129B90DF7C62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29A267B-D6FE-5EA3-28F1-E18A4E9978ED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0A6842A8-476B-9A56-E5FB-9821A2953C95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FA0E83CA-6DE8-FFA9-FE42-0A9EA4EE6CFF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217804C-82D4-BAA1-6680-BE5EA32EC6FE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28973202-C458-7CC4-367F-9D50F3FBE42A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9903691C-29F0-E820-857B-F422660555E1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01D3EBA-35B7-A633-D686-17444543A4B2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CEEBA0FC-038A-A2EF-8D78-ECB84054B9EB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383C0CE0-7087-6C83-2E46-E5ED1966AAF3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7DB3D034-31E9-DFE1-F6A0-66CBF6C49079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8B71227-8684-9557-C142-3C01BFA3464B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C5D387AF-EB75-F694-6848-26A5C452F70B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61C937FB-0ECC-2F2D-929F-292B5805FD47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CC970540-5B9D-1737-F5E6-F0246F9BE66F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0E3DC82-A9B9-F9F0-792F-060D5825E37F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21437FD7-C3A5-6BCF-F44D-BBA36567DB6F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3844281-145D-D01B-D332-C499542E50C1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DD51C3F-6A69-B05D-BECB-2D1A55186718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D065E75-9A96-6C76-AAE1-D0EF1B99731D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00B04FF-7FCB-058C-3F6E-27C1A850210D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D39BD26-4C23-ABF7-A3B4-10511FAB9D70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7BB2389-C4B2-8CBE-A92C-12AB6D6D217E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F0890CD-6692-F366-3555-289D374B8BAF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FA8BA48-72E4-8CD5-1856-F703B730EB51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A9124ED-880B-9663-C96E-52E3B81365F1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B06357A-4B74-22F6-7054-E05312D8EC27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8F5C62D-ECF4-0EA7-A687-BCF2DB15E253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8EBAC9A-880F-CF54-A866-B1C2EAA22873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B5E0C0B3-60C9-DF07-1910-F363B8DA4623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AA63473B-2546-D42F-2CC6-C48352630E3B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7AC515FA-6435-EC08-0D0A-49656B09BE1C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AFD31DBC-D20E-564B-8FB2-5215EB500BAE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30D75126-A4AE-755D-19E7-8391E4459481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6B4F3717-A86C-B844-DCCA-3F6F10BF917D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CFBD22E2-3AC8-29B6-9720-E322AEEF5D5C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08B80D14-37C1-6530-73DA-CADF6E362EDA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2674BCC5-B955-0039-BC0C-2AFC20FF47A4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2A14CAAD-D1D2-A089-459F-4A9301AE57D5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5D722E27-972C-4FCA-F53A-4DEAFA1ADC36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6721ECF1-3B61-6AA0-E967-93A3ED2F7DC0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19500BAA-6FA2-9829-133A-C5FBA76E497E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8564E959-D59C-AB61-B14B-999F9A93F265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C7E1D529-01A4-2FA5-3C6D-D550E8050DF5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47757DC-FFB4-7441-6C0D-696878582667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8AEF9897-A6BC-6D6C-4686-F8325F20372D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B3659A0D-0D64-3001-9239-5DBBCF21D4BF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49C706B4-8A56-EA9C-21FA-D3686E498A2E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2DCBD8CF-3A6E-4362-AA97-F5ABB703DD5E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58840D56-8053-FB85-23A0-8E72CCEAF432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E72A598F-C90F-C788-5728-B10BDD4AAACF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FFF41072-CF3B-9890-29BB-3C8811365ED5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168E2403-07AD-5436-5EC9-8ED28411A183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87B684CC-8734-973C-BD78-C0B2FD3CA478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723CCE6C-DCE4-2E1F-991A-AFFEEF36FAAB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E62070DF-3EB2-220F-2B79-3475FE5E6B9F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D96021D9-7706-8F32-DC96-233BF46DB705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8A04678A-D1E5-EB1B-868E-F604C80AFE3E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78C90AA1-D832-6226-6497-DEC4C1B6FC0D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E8E81CA7-248D-8252-F60F-18C54253D1A5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C626A609-E866-6640-A3F9-145128AAF163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11367D77-BD6A-6059-C26E-7059ACF93DB6}"/>
                </a:ext>
              </a:extLst>
            </p:cNvPr>
            <p:cNvSpPr txBox="1"/>
            <p:nvPr/>
          </p:nvSpPr>
          <p:spPr>
            <a:xfrm>
              <a:off x="3646323" y="1058866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B1823E63-0C0B-A4E5-415A-45F095E307E2}"/>
                </a:ext>
              </a:extLst>
            </p:cNvPr>
            <p:cNvSpPr txBox="1"/>
            <p:nvPr/>
          </p:nvSpPr>
          <p:spPr>
            <a:xfrm>
              <a:off x="3685014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64B2DC02-5719-9425-7231-841BED22B537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13ACD85-61D9-5707-EEE6-86C475C4E31F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8D83ED33-26C2-4FA7-55A8-EE3B3A29F282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7CD66A6D-6B78-F14E-2589-C2726210DEB6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0095D122-A780-99C2-68BD-1CF57AB833E6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7AF32F7E-E744-A36B-B23D-BBBF4C8B2E5E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57641B09-5AA4-92E8-724D-8A033F58E04C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7A17CA9E-6043-B5A6-36BD-75A35CD3DC67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A0882C9A-B9FB-6538-147A-32BE151A5CD2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22ADAB5C-84EE-96E5-B97E-E4A20222F689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94CAF623-17B2-2B35-FEE1-2949649039BB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E59588DA-AE68-75FE-277D-27137FD6AD71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85676667-E042-8651-5F57-95EC7DA85541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054F95DE-8DFA-72A5-A500-9EAFB2871668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B1EC03CF-23D3-E183-BAF4-C47B5B365488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F8B1FE88-E588-ED67-1E8B-F7344332C304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458D513C-5094-9E4A-05C6-85CA56168A9A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C939318F-A03C-578C-9665-9E682F782CB5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7F9ACCFB-7917-329C-0416-354CB2401BAC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6B0C08DB-48BA-858C-DBE4-A9333ADFA282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9A13F9AC-CCC9-5389-E91F-2704670B657B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F7F27653-0E15-CEA0-1892-76B21AB3367D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F34991B7-C08B-D18E-74E2-B31258B0B7E6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61434FFA-4D64-ABCC-8649-58452B4BFB22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B12C60FB-B055-B87D-345C-66EE7E404600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95D40FA0-5D1D-0F4C-5781-6F11052D55B4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AC42E4C-098B-0E41-6758-FA6F45D2DDB5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3827D969-0136-E5F8-64BA-A120A108ACFB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D35579DC-D32D-DED8-DC8C-B1AD89666DC5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81B31F3F-1B73-93AF-7AB7-03FE46780BBE}"/>
                </a:ext>
              </a:extLst>
            </p:cNvPr>
            <p:cNvSpPr txBox="1"/>
            <p:nvPr/>
          </p:nvSpPr>
          <p:spPr>
            <a:xfrm>
              <a:off x="2095320" y="2118396"/>
              <a:ext cx="2573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9A145A1-E7A5-1D2D-9492-94EF0D4E5090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0FD327CA-380E-B108-07AD-A8C964D1B1D1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B549C91-F04E-2352-9FF8-1F0DAE551F99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AF42720C-BF4F-F845-A7D8-D79121A8A5FF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4BB26578-05E4-7947-046A-0D52F1C25F76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18D43F0E-6ADA-7887-C087-4C7475132B80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C31D9116-90F4-F3D7-E819-EBDA51C1615B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65C44036-CC47-FA3D-5338-1A280CF5ED54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EFC88E3D-A5EA-7671-9160-F39DAD6C935E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FDEA512F-6154-6742-C49C-52CB02BD070B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821ACF35-86B1-EE74-76D0-6EFDC5922F3C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F2FDC71-BD45-9C9A-CC9E-A626801F7F4E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72D25E93-8B1A-E660-54EA-004738067386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C6507D26-B0FD-9630-777C-C843B1C2CE6A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C1C69A92-CB48-2453-CDFD-714B02546270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733EBBF7-2A86-1917-92EE-7797BDC68B2E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C7116CE0-E25F-17D4-B600-DA79DE773B73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DF37EEA9-2A3F-6C06-BFDD-4B19814D139A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1F1417FE-8DB5-864A-5C57-EA935057D83B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0D34AD0F-2F7A-2443-CCF2-CCC696B472F4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F639CCEB-D187-4D8E-410E-31D52F62AF67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110FC179-2C3E-CB13-C412-DB500916CADA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BF54D605-F557-3B6E-88CB-F8E3C94CBB92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C5CF7AAE-BF1D-B89B-CBA2-1A8F2786C976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A96BB16F-18F8-77A6-29E4-8BB581953C25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3322D1CB-28E5-976E-4301-612A7A220EA4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62BB8B7B-3C1E-BE00-653E-C4C1A55D285D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BB1F2310-1DBD-1BE2-88A4-5318E3BB4F4E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C3D95177-A766-B1D9-4928-9A1634ADA0A6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463A0211-34F4-EC2F-6DEB-C9EAFE8432EA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6A4472E4-6B86-75D0-B002-E772118EE3D2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23B083E8-EA62-747F-C43E-5CA79998C6BA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B23C7D9C-CCD9-27E0-D780-45D4AF1C336C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5AF5D81E-C564-7A9E-44E6-C9B851ABED6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3ECDE94F-5358-7A25-B41E-B4C08691D639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4B9B45F8-6CD6-9744-E7A9-D522A5614DA7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E40F9BE0-EAB1-48A6-B028-12CBB32F7937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F5F6F422-1C94-213B-0D33-84CA7813919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C2ED00D1-B0CA-5E66-9841-844178AF7DB5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3A60CF06-97BA-542F-2D2E-2AB152201719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7BBFBA11-DC79-FD3C-522A-AACB22635B43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9A0C7D06-CE40-C361-A36D-B301F0EC9D41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DCAE9054-DB8A-4DEB-EBED-69AF420C30B6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BA600688-0182-3265-E714-FAAEDB467DF0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B05B893F-825E-68B4-8464-A6A3BBF2A16F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8C4DEFA1-90D8-5E7D-E6C1-B9196644B785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CF370A83-6A22-27C9-50FE-E5E78B0DA2D3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11EEA53-4EE8-A431-D375-A580F8F3DDF4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BB0CD270-CAF7-42ED-AE64-08784FAE275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D47BD888-0265-5D09-6894-361D5FC30ACE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5531A574-D849-196E-5FB5-93352233E735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492C1343-7E2E-569E-5029-4284D528038D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119EC911-DB2D-842E-7BCD-95734EF6DA38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52CD00FD-C71D-8F6B-D5E1-70AE1A352771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C6CB3A93-5D20-DD48-08BC-5529827E8500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30875D4B-8DB5-1ADF-D356-18AF3E93F4EE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9242E63B-1DF6-DC6D-3A21-B3B491EF8701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EDAA5C2E-F328-8B03-80C4-678BCFC4493A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D574F224-480E-105F-44EF-DCB10ACB7113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C75F519-365F-B1AB-F560-84B1CF21F8EC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269866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9CEF5F20-0DF5-02CA-E9B7-5D4085EC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F22935F1-1E42-CA9D-4008-5D1248639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D4FEE63B-0225-9D60-1318-33ECC5DC7135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11165C2B-5071-0D2D-1840-4F196CBC9F6E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5DE2F6D8-DA22-26E8-7B72-D51CCE08A55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3257B006-3AB3-9226-96DF-8EA95BC77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1A94193-9FA8-0036-FFCF-E3A1D12C3BC4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E590664-2D07-5697-5BF7-94B734206AA2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4CF00121-3CA2-4923-A6AF-0BE017F35216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9BEFA17-F8A1-1069-ACE5-5E08A9AE0898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E889ED3-AE41-0607-2335-96600A404417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9ADAEE57-69E5-9272-13AA-3C355C44BCD1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6080159-FA65-AB33-DBDD-FA7EC8CBA443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CB1E296E-560F-61A6-A15C-A3F28E2D2B07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C64B79A-3440-A338-379D-A806414E6FE2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2B782C8B-CD5A-68A8-2EEC-3B0E8D41D430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A728C40-63A6-5F11-FDDD-768B9E57F139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C65C3F79-A418-3C10-EB84-AA7A8774E0FA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F3EFE240-2CDF-1087-3924-8D7699948F0D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5087E7EA-7B3B-173D-B1D9-881FBD3AC07C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B228CBD-2323-30E0-557F-96EC3B219537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FB8A73A3-6C88-E6F2-3941-42A57960893A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C38E6EF5-6011-6344-C693-910D2520CE37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892B128-AC6F-AD97-D69B-553D31A4605E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42915F3C-4873-02F7-ED85-52A128702B6C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10C3A556-E8D1-C9E2-9F8A-BEC5BA134D28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99154A0B-7682-7F74-B57E-350258CF8558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1799F79-4EEC-A561-3EBF-E10588B21646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6B21F08-1B25-5A02-3E71-C923918F3BC9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030C5D2-090B-B38E-2C7A-8B97F979E9FA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19C1809-E3BF-83CE-CB0C-DA45883B8A02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2C4BACB-BA6D-8A2D-2365-4ECE36BC392B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81B0BE-C59B-1F26-AE85-3C45206CC89F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093B357-222C-70B7-53FB-53EDE6620751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DD6B576-2C55-C822-CAFF-DDC55909A112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A61568C-91DB-2E1A-CE6E-0ED1D97AFBED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FDC116D-05C4-A318-EB2E-FA37780C1088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FEFFCBA-BAA0-D48A-4BBB-F563A419A4D5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D9B9228-69CD-5933-7FE9-EAEE9125B684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02D34E8-DC2B-80ED-69C2-C7F1CE7224EB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83308839-ED57-2865-95FC-02760D04B465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1268BBAF-CCCE-3D24-1A6F-7882B7924305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89AED362-02C9-1D60-E931-252FB335638F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4181923-2D5D-8EC7-DD7E-EBBA158F63EA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69CE9562-1F71-A05E-4AF9-30FF5B2216FD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2BB53611-4FC6-A1CE-063F-70538B9AEE32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7B811B54-69D5-61B6-61DC-04A9FAA8CB7C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2108753-DA40-7DCE-3C16-878150218CCB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F9DD70D9-A09C-4051-3DFA-250FA22FD03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19045CCB-0576-6205-6D45-A9B4A52B63F6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5B6C5B27-CCD6-9BA3-FF6F-C955BD8F6A77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2E203D70-FC6F-50D0-1EAA-D1FF5A7FED39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F929DD77-123C-FF78-ED8F-AE7B9162E687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B00E6D28-03A9-C576-4E85-59C975CBFA8F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4F235D10-0418-F4D8-FA7A-C42DC069C906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AF7FE940-894E-568A-3769-4E4DEB196184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124ECCF3-531F-CD88-8589-ADEAC563CF8C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D512E98F-5E11-286E-A4A4-DB56C7C2BEDA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A51BF47B-E137-DC12-59BA-91A606552497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92E2078D-0F12-CA1C-9977-6DD508F55834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FA114721-F118-F145-3000-A7DA58C0409B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45993C68-A3F2-A796-6A48-777C593AF76C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DD9C6C29-1F76-39A6-C795-69E7BD52B40E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74E17174-2D1A-C226-648A-82044C5EF14B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1D7310B7-DA4F-D04B-3D87-32F22E83ADED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3527B951-AB99-F1AF-0B63-8BF4A8EFEE7A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2948BBE8-669B-50CE-66AA-E63A7CCB5BCF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F175EEED-A257-479A-20E7-F7F1303F2B68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660409B3-9F9C-F12F-2863-F098B4EFF363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9FE40D8F-4241-CBC3-3950-78C904ABBC31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63A78B10-C861-1718-E8A7-717661F243C3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7A673738-7BD4-D487-A59A-D7B37D44276D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1A6D27A-0513-4CE4-3437-230168471EEF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90D32116-D013-4561-D66A-8DFF47E6FD86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78B724B9-70F7-CF98-F4C4-7CBEAF8527AD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4E4691DF-5008-EF9A-981B-976BFF4B120E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63848E6D-0239-5559-7DBF-F18836C99C60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ABE09123-ED73-11F6-8C52-D279F56255EB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30C506FE-849B-D897-56C0-EBD7C0F8B7C3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C0E48A89-DC4B-4710-8DC8-5E5FDDD6D15C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D5BE7735-CA8D-0C2F-0B1C-CF635479B5AD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DAF443C7-5C40-E1DF-B9BE-F0946715AD6F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5F05A0D9-55E8-DBA6-8E37-0EF820BA81D8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C56456D7-4B87-B7B3-95C0-C31277AB0134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520ABF51-8BAB-4525-9ACE-E2AD2D10B36F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F0C30CA4-431D-7811-B636-B4B5D9BDE231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01AC01C2-3C82-D644-DE1D-724A255FD582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A17D83B4-E60F-529D-6494-95756F4DE9CC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E88AD8DE-7E0A-4D7B-9A7F-2D882BFAE05B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5D780C44-50AB-1FDF-B170-9B23E79A6281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BDA4435A-B13E-79CF-E1BA-0B2462071209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BB14586A-E98F-965E-693C-44EE65E8571A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B6321608-E14F-1F6E-11CB-74D40BFD5CC3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332BE57-DDE4-E2B1-C124-AC328E48285A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D40E32B6-DC7C-3329-4766-A9C9C419E52A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0AAE8669-F68B-7E7B-4EA1-6DF9B4C15BAB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6CB51EBF-BEEA-ED22-9232-3A34ED5C3465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E8B8C446-56CC-2D0D-DA15-21A0C1FB6335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353131E4-3254-BB02-810B-22A5D2F94D7E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BCA646FB-25EB-02A9-0F18-5A0587E7495A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58193C7A-B7D6-1159-44E2-147C68D86792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78F95832-1789-04AF-5A97-2473D7CF74AC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8626BE3D-296F-C727-0CC8-189613EB908C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F560717F-12A5-BDC5-CF7B-FB50135045F7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FE9A33D2-F070-FCE2-8BAC-2D365F9D7EA7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4877E43E-3E7D-3DA4-44E0-D622B4CFF41E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B741F95-51E8-206B-2BDE-4AE9EFE6BA99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FCA3BD63-8C10-FE86-A035-AD20D4420FC7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165A2532-9BCE-2272-B132-07D373658161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5AC075D0-FB17-7E41-368A-D512F32AE779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F1B1CAF1-D653-6736-65F0-ED0C4FC9D1F9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418CC844-2713-E42D-4F0F-88098E625424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DC52784F-95EB-846D-A338-7F4616079E6D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72EDFA0F-F983-34A8-0894-126B9EB08119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4FDC079C-BCB0-2953-6567-BCC4703C8676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1B1D5C7-C978-4EF5-99C4-990586AD9D77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02F4D8B2-9D75-24EB-C834-4D03D662170B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0D56B548-5027-EA94-9C95-EE7FD9E80ACD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A1F0E9AA-EFBA-B9ED-1869-0B8285FF40BB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D2B41C0A-D101-52DB-1291-DE4D83D8EBD1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64B8223C-04FB-FDEE-65BE-4DEC46A6E74B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462371CA-57EA-D1AE-14DF-9726446C14EE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18F2254D-0725-0F41-E145-EFA40A3917BB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F020B153-609B-F1B2-38DC-6F80BA246F11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FAA414B6-7D95-ED10-0D3C-7B2F2411A09E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59850208-9BD8-0994-5632-44DA3D53DF80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9DB6724B-3C2C-A0C5-5358-8C4E26930EF1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6B33EBD6-2AFF-330D-7E60-CDDA3DBCD3BD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3786E81D-C393-FCD2-838F-F30DB7DF1225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10263B91-911D-6CFD-3D66-613680F98F65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AFD8A0B4-0D48-DCAA-7450-FCF2CE6E479B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6871A4DE-D353-D52D-8D45-26DFEE630801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887B0664-A84B-56BC-4883-09E50E53DA3C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D9DBAC93-BD7B-1DA8-CD7C-3979CC816136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5204F969-B041-ED0F-B6FA-410891AAF207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57A721FE-A6AB-B365-062E-5A29DB587EA6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82C89599-4D2A-8307-0DE3-0CE8E55ECE3A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15E26969-710A-9E7F-02A3-49C1315A0C91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CD234019-940C-40D4-D5E9-5251CA604726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2C578520-4EBB-BC14-B1A7-3417A9D80E16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695F233E-4C3D-DBF8-C19F-69B199555B7A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84A6715D-DC2F-9A49-26A8-F3AB8E5987D2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C0B9B10F-03EC-6923-F5C7-91C5AEEA7124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7EA5E65F-3E61-2040-68A4-DD9D296D0AAE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A461B894-BDB5-7B37-1939-8857B13E0231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A169211B-FAB6-B9C3-02B7-DA9FC05B6340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B91E9177-1462-4529-5A70-C9D2689B28C2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69DC7A22-08F6-42D5-3CE8-B62105A4DBEE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84ABD027-EB1B-FCFC-5DC4-8A1C18EBF7A6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B901D356-7BEC-944F-D45B-304D2B000364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53FFD0A9-DB06-EF01-13FE-82C01D4F5EC5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C30F3B7-CB77-AFE7-570E-72B174B1A3E0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1EA65685-A236-93DF-C1AB-B339A8449616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8BF2BA12-63E6-2998-4313-EC9EFF07140F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4295C7EB-A110-696F-CA5B-903BF1D646FF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DC51B3DB-009C-4B9D-0AC0-27281B14EE66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3163E20C-A1E4-DEB4-946E-C9428E89D753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C17D89A6-E27C-B8F2-8B19-D09BF645CC54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CC617BE6-0A84-DCAB-D9B2-E33A484A3A73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7C747F7B-2A53-8FCF-0B4C-70FCCF585DAE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CD04244A-8DF2-D493-0D74-BC1923E1EBFB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5D340EED-D5F5-95A9-F16E-BCA335AC168D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D308721F-02B1-E16B-891C-E088BC3F729C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B7D8183-AEC2-66E2-D6AA-2140A9EDA7B2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1015878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533B7F7E-9058-B3CF-D9BB-548DFAB9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ED69E69C-F8C9-0F53-27A9-F2727D9129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D98B8FDF-D525-E155-F5CE-562E93B8D4A2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01210833-1DE6-34A9-0DFF-02660ECFC9FB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C84018FC-6E83-ADD5-B7A6-10744D3A1AB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78121ECC-7E0A-9489-4DBD-3783CFA1BE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A2600A6-5399-A25D-5EAE-058A682F9D99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0C88112-8050-4BB4-754C-32B25DCE6BF4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899610D1-7DE5-283E-3F92-2818FBCA5A39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60CD1D6-4726-80EB-2EA5-1F7B425863B8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B6C4E25-6B28-E46C-E1CA-FA4867B4C62E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9862239-CB9C-408E-56BA-A2306EE81D9E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DA106735-83E9-FE88-DCC5-B55FEE19934A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04F8D498-D209-E6EE-DE29-C4E0EABAF8F4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ECBEA47-7807-33B2-98F8-08E1B98B0DE3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05E8014-6554-4133-9AC1-7ECE30740D55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428917C3-2B25-EA7E-908F-5A2AF6ED363E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79797DD-D73E-5AE4-DAE8-E9F5EB35A713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98AE5F8-5EC0-1133-0895-69CF200B145A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C0FED32-7223-E38E-4FB0-5754B947DD19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2A8FE68-BC14-A38E-C43A-ED13FA481F3A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59E7831-E112-4383-24CE-BE789AC6EBE9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C95C219-9E16-BD9A-44F5-1558EC484D6F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BA0F5439-DDC5-E388-EE74-9E9ADA2F3BFF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4CB2FF9-FD13-FC0D-C454-AF0DADA0AD38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AF7ABE2-D9E1-DAE0-64E9-938D3D00ED67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6DEDD90C-18C7-CF72-B6FA-FA3964C91B3A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DD2A703-5E5A-4248-B05D-4626B2298DC4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603A6C8-75CD-0521-7AC3-785751A6F0F8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25338C-2E20-4103-304C-2B2FAAD44CFF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14C5435-2AE6-47F6-1A19-58E7B312A283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B2D88A0-24FB-8089-E061-14F3FC9C9BA1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9E6363B-AE74-31B2-1259-68A290DB1437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205EEFF-6719-9F82-8953-31804FF1811F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6BEA47B-D12C-5F6A-7F89-54DE2E763B77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5E47CF4-35EE-BC94-FD4B-7D78EA7CD1F4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210FBFB-E054-2898-9D76-208B54FCF7E0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F3736E5-12D1-D1A3-F215-ADEF86491C99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D8C8866-F146-00DF-F498-1571B0C2B8DA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0591C4C-1924-967E-307E-3F7C5FC56A1B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6EE1DE4C-6BE3-8A7F-2730-6087FA77E470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78A6F10A-B305-0F5D-E271-34230CE4973A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6856EB3C-A095-8FEE-CA64-23B075EEB889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5DD177F7-C83A-021B-6A5C-1F3B518CDCD1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38468744-2108-8958-284F-173B34D46DDF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BA2CB10B-3C01-A544-520E-37D67B4968F3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7C775B22-6410-3447-2B76-9C1EA445C9CC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AE27397A-02F9-5FA9-C814-920E8D986893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92818EEF-5B01-66F2-4880-44BE3A154A3A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898139E7-D77E-EFAC-B51E-C062F321FB0B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47E67EB8-7B55-03CC-8AB7-DC0ED0156E7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4F369467-F56F-6E43-688E-E332D9128B66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83CACA36-FF60-73E6-33E3-F0D817855585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A00E6A53-B704-C7BF-1358-1FAD6CA0A72B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04A24769-C0E4-1DF2-3C13-DB9E1D0AD26E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23B91917-88D2-A8A1-CF11-DEDAF1884863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7A063D61-64F9-991D-D070-C5989837E162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E8BC5128-6AE9-985E-AC28-645B3B1E8C1B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BCB51DF3-7650-7C88-BD40-DDB32E176C2E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8540D9C3-2A8A-870B-81C0-9D7DFA3412EE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F6FECF4D-F68A-0252-9146-EAA0A87300EB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DBDC99BA-E574-6BCA-7580-56B1E21D8A4A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16AF16A3-35DD-14ED-8C65-25E3A8E39E64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8513FECB-3490-21A8-13F7-812AD0F1F577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687D84A5-1B16-9A1C-6874-644290CD3D34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E98F4904-A9F6-AF9F-FD20-9C27A455A250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E378B610-CB95-A2EA-878D-533FF7889C11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C1453FEE-59EB-7046-8F77-154445174032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75D3FD12-2E5E-3892-594F-3940E2D0B929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5D0ED9E7-2DE6-AE9D-AE03-1B3449C8BD96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413CAC82-C5CE-A38E-1C4C-4D5BF4ECEFC4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B977114F-0513-67CC-6388-B5A3BB500781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13F1131F-E790-7BED-5229-EEC6CFE2B47D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9888CBAF-8C37-4A23-6542-41215FC69BA8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526AB8B7-E107-5769-AE33-40B275D0E8A5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4D815D1A-FD86-ACBA-4929-E53EEA6683A3}"/>
                </a:ext>
              </a:extLst>
            </p:cNvPr>
            <p:cNvSpPr txBox="1"/>
            <p:nvPr/>
          </p:nvSpPr>
          <p:spPr>
            <a:xfrm>
              <a:off x="3649495" y="171721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A763015-0FAC-5AD8-717A-E212B17564AF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66073AF7-3F19-F91D-206A-7D8D368DB7F3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8241672E-C2F7-F602-3BE9-7B35D5C47EF5}"/>
                </a:ext>
              </a:extLst>
            </p:cNvPr>
            <p:cNvSpPr txBox="1"/>
            <p:nvPr/>
          </p:nvSpPr>
          <p:spPr>
            <a:xfrm rot="3679629">
              <a:off x="3408509" y="156940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340C2A03-9DCD-229E-3DC7-562521750B4D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EFD6BFD3-8E37-082C-1B12-FAE7F226329E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B7AF7BC3-4F9D-6A21-A855-CE1CC314A5F0}"/>
                </a:ext>
              </a:extLst>
            </p:cNvPr>
            <p:cNvSpPr txBox="1"/>
            <p:nvPr/>
          </p:nvSpPr>
          <p:spPr>
            <a:xfrm>
              <a:off x="2895261" y="637106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97955243-F91C-B4EE-5335-06550E4E2FA2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5A967713-7EB5-6B62-6C9C-79795CA2EE80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8265E603-537B-F6BB-44E0-3331D60CD7F4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24C8D020-972C-3F10-07CA-C8FE254F2CCD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059D0BBD-C25E-0863-DD30-40F94B683ED8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E8E7A6D4-F9E6-EC26-E9B0-E9E7F6610DC0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5F5C81C3-925B-6718-9A56-BAB26D79F337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F72273E2-2F99-524B-32A5-69D20B233CE5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BCDD5AB3-3D4D-39F4-2B02-9E8104773BA6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63BDCE9-88EB-BAE8-27E9-CD7BEFC65CE5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3578AECC-811B-6F67-1983-88F3BC3988A1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A6674B7-FEEB-7645-4499-7B6FB3EC2959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37072BDD-00B9-67D9-D5B0-6A44F376D3DE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D5C44F94-D4FF-5332-9FB5-F38CBFD09174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9A566AB7-970D-CF4A-879D-C3354C2B9FE8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C102F23D-55E7-CA6A-1670-8B26E5D311F1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5172274F-C30D-2D5A-DFB3-FD4617E28653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C7FDF76A-75B1-3EEE-A088-F9EECE52399B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8A0CA7EB-5C7F-8EB5-592D-56AF086A7788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C4837BFA-933B-0FC7-7927-3AFEA2A6DE71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5DE09B9E-A6DE-73F8-8880-630DFBDC0699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C95C7E92-A3F0-CF6D-7394-BC7259A851E0}"/>
                </a:ext>
              </a:extLst>
            </p:cNvPr>
            <p:cNvSpPr txBox="1"/>
            <p:nvPr/>
          </p:nvSpPr>
          <p:spPr>
            <a:xfrm>
              <a:off x="2095320" y="2118396"/>
              <a:ext cx="2655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4EE8C5CE-6731-7C05-F234-EFF2B129FFAA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731AEA91-A022-2F9B-48B8-EDBD07320B8D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C36BEF41-B567-5B37-2C33-9247D812A666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6D9F1D3-902D-AB1F-6A9D-E410599DD24E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729FCF22-FDE1-699F-DE81-59E6F7247D7F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8A715DE5-3F8F-2BE8-A0F0-9E2C6DD6BC11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1AF7E3BC-F86E-8816-5F08-0BA8CA9DC83B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34C90422-DBDB-F820-B335-8CC868EC330A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BAD58302-E327-EAB6-5955-19DE700E9BE6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AA0FEE12-9852-642D-2CC0-94891698107E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A693A662-C630-909D-C2C8-BC60F05BD4D7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02183BD8-257B-1B90-C5EA-0802C5097771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B771FCA4-049A-936A-2E08-AE9FFC980762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13C91640-1932-D7DE-BB9D-5DFC3FF2A19A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B41C8CC2-E04D-E51D-AB8B-1AA24C58FF2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EC1791A2-B223-EFAB-2BEC-7928A8713BFF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D00CECF3-0B0C-F911-9218-40C290F81965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9CDE55A1-39A4-AEAD-5AB1-6146E21735A9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2E050529-9E19-8927-2E73-9C403F5A4A41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519AC297-87F6-E8D9-4C02-61322AE0EEE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7AAA01BC-D3D0-6FCB-D246-BC8E4A70B09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20E4B35E-BFC3-187C-C37A-082A3C5075BF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5E88C3D6-BD43-6CC9-AB4D-3973CA742B3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386E6B9D-BB41-D574-CA95-EF7CE2F5B297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9EA310D5-9FE6-2249-3437-F957AE44187A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CE1C922E-B898-D1DA-184A-7CBDE61FA047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D248AB26-413E-0CEF-72B3-3AC6464DB332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B8C97CC1-C291-81ED-1936-16C5B6A8D29B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D4C32349-94BB-6BCE-D428-281909735E84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292870E9-221A-3C0E-CC1B-B79E0E2B2720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1545D556-DA6D-6A99-02C8-A270F7D255A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EDF18EA7-A1DE-DAED-CDB7-18A4E5FDCE0C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756F1260-A7F3-D4C6-A408-67625C3A18EA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37C31BCC-EAD9-5084-D058-A1A1B123930C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7C28EDF9-14FD-F3AB-353A-0ADA684E23EF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D5D7EC4B-2F42-5AEB-4198-9743E09F11E8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FE5D847C-67DA-3C93-DE42-332A2441B45A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2AF5CE4D-2A43-59FE-69E3-6DC6FBB15699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DD5EDC25-2D66-C956-51CD-AD6674B4EC1B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4B38F503-60EC-5BC6-18B7-8CA5D7C9F1EF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C9747A26-58AC-174C-49A3-F9C4E3700282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D93482B4-75ED-BE65-DD99-DA29267BD05A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4353D383-28F3-29BC-C72C-5188208ADBB8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7626A6ED-E680-F61C-97E3-90B699011487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1B9DC95F-0853-60E0-88AA-B878DF3993F8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7CA4719D-8C67-3654-0CD2-30EE6423FF1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DD12B5DD-B738-B223-989B-2EF1819DE962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68254EE7-9961-A2CA-B2D8-007ADD368E5C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C4EA7749-9309-73B4-F65E-DD57F3FD2BE2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2A1FBE9E-C18C-976F-5EE2-8206E81DFBF3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42437D3E-1287-9466-BEA6-DC5BEF1E7B9E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42C993FD-D805-CD2C-54B5-38C137C68EFB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3751ACAB-DCF3-E94C-2FAD-2B1D04FA52E8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DEEC30D7-B86F-858B-B620-ACFFE684FDE2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8C78CB65-19D0-751E-2403-DDFCD9726EAC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65EF9512-A64E-AB15-7B2C-1422B3349AFB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55D1516A-CDCA-31AE-F8AD-EE8D1306BD55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BF2F4353-4760-7A34-636B-DE30A5E3C1B7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E24AB5AF-1019-DA88-D9C2-053AB3E80BFE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D320AF-4416-A3AC-D0FA-5B0F6924A5B9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3687122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5893BB0-14ED-2673-369C-AA9B4639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A48BFFBD-8B9A-1B12-631F-13D4D9BE8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1656002A-6FBF-CB15-8ABA-6D07E9C03773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9AEB35F8-03E7-0D00-B78C-3480D2D4AFD1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5A721957-A727-C169-ABDC-EE19B0899D56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1AA8A263-F1AA-0A49-FE2B-AFD8D415B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E8C35AC-BA4F-ABAD-DEE0-F59492306F77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1B9878A-0205-2FB8-C139-2FBCB19EF9BA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67375745-C4DC-E799-5B47-287E5692CF10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44471FC-3A93-C145-8097-737A8AB00B82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1B19CD59-BE79-2F81-F0DF-AB90AA71C7DF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4D80BD7-73A3-D0CC-102D-4752EC8F063B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D451FDA1-59A3-689B-6B37-E8C57E3A747F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DDBD1445-B759-FD2F-C6B8-669822763B31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4E14BA21-E65B-5D5C-CE03-E50B12BA14F4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17258F1-9A9A-CC6C-934D-FE4635B31AC7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3311273-EDA5-053B-B400-CC7207D8F139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A6C3827-25E1-DF89-7320-606AB3120BEB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22535170-7283-C4DF-BA87-A3741792D2F9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9E3B8FB-7A0E-E869-412B-01482D0C50EF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F8D7AA5-6104-45D9-71AE-B255BAC37823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B5C9256-03A8-2D6E-E41F-7F7755A03625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7B79EA30-31A2-DC5D-748D-C71B45AD8714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12EFFF5-E775-AD32-1961-81D559ACDD6A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AF13389-91C7-A331-7AAF-970B7F2DB0B4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BE1E7461-8348-06EC-CDAA-31EB8D81C6F7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F9889A25-BC03-61A2-8175-0FE5FFC98E66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8A2CEB-81C7-7A3D-9FD6-CDAF6CA3F4B1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8FA3AC5-9F8A-CD6D-206F-7EE5B786BB15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E0778D3-93C7-1132-CEBC-9843FDB60445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4B496EA-3418-0A3B-7DD5-EC7C01A4E613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3577B1-0471-D838-44D5-DD7D337B0005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562F45F-2E5A-475E-4395-3510D6B83793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0AC12D1-4284-748F-D15D-ED20720C2600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424EF06-1652-8CE4-D47E-3D9B3C0CF00B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90B14A7-8A7D-805E-8579-5C7206C90F05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64640D5-FE0A-E18B-0C49-939819C2A52E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A49F7D5-0ED2-F572-3363-63BD29F016F1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EF92A36-2A48-B89D-886F-168B0AB8CAC5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0485ED4-F844-2FF8-B1D2-0B28DD15AAA8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103D5DCC-38A9-0771-6210-8CC291B6848A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CDCA3B3A-3ECE-74C4-F491-D1A14D4C1A45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2F0526D2-678F-66D2-53F4-9DB37E7C05CC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BBD6075A-AC75-2FB3-57F1-D20F6C68260F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692E700B-8055-7648-7BB5-2446F0148F41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EBA3BB15-9438-E6E3-E76F-1D9A591D6151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0AE77C2-60FE-8021-40BB-EE7219761A0F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F9BC3301-B4E7-8CED-0EBD-567D5F632CFC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886EDAD0-5B52-A152-FD2E-3AF414A3CAF9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840FA575-8EC4-526E-9DA5-BBCA0BC3C317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87B35996-6CFC-B20B-A88C-DF135E369152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2C029F2-2EC3-3ABE-F2C5-C7A32B7F5160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702BB93E-D4E5-A948-E66D-D7164746C476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5AF3F1CD-D052-381C-F82C-7B53ED07F5EE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71E16E97-5E85-69BE-DC7E-23288B0EEFAC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112CA7FE-93FF-BF08-D100-2FFE77C155A6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B645C8C4-6AF3-3A4E-3BBE-B987A1A15780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C54E22F6-07AD-6036-B352-1865F5CE2CD6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D509B3B0-259E-32ED-0B5F-504ED74F6A7D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B3FF825A-1354-987B-DEEB-A02B4EEB7E0E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BAD0D503-D2FA-1210-EDB5-8E33ADDB39BA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63EBF1C2-4395-6A47-22EE-BCBD7B354739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A2A5D495-0069-BF26-F1CD-29301C55541A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C39D8F86-3B39-FB1A-C703-CC61E37AFD58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A004FE19-E077-5D65-851F-039C5B5DF212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96448D80-74F2-DF29-9231-E9A8613BCEEB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9693798F-D7D8-E0FC-A4C1-B4B0F83F6317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E118B20E-4613-A111-42EA-A5323418FB49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E866AD86-7E18-162A-58DD-C46F276DEC97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0791760C-52F3-580A-1D26-1D8813B5293C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06DF885C-A267-0848-DC9B-C40F09D6FE5A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35D8D4B9-913E-8474-ADD7-37EF3375B6B2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85AB3A50-08CE-C84C-1559-F15C9D874E1B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1DAA7D9E-F4BE-AB8D-176D-54E5A6C353C7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D1AE7E08-C0F6-3382-E75B-DE5394A6CF91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EFEA0A17-1CCC-9CEE-401C-ED51F010BBBB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C8CC2533-305A-33D1-89FC-6C151613B421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7A888A64-4E81-8BBC-276B-B33039DA7E8F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0C35FD70-D428-C2A0-2AE0-B1E03FE62B57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01355EA1-BA6E-D696-7830-81C97723693A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260EE6AE-31ED-6A29-670B-67F8ADC691A7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1ACE8CDC-8125-31F9-E55B-DA9BEA449B24}"/>
                </a:ext>
              </a:extLst>
            </p:cNvPr>
            <p:cNvSpPr txBox="1"/>
            <p:nvPr/>
          </p:nvSpPr>
          <p:spPr>
            <a:xfrm rot="16200000">
              <a:off x="2966584" y="45602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71E4B963-C868-0EB6-5767-11D69BB03928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1C4B5312-7C86-02DF-615F-08F4ACB866EB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10D39C27-01FB-42F3-09F8-0611E6F388D6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17A75A1D-6C66-F78D-82E8-EDD65E2A48E1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71FB3F98-C390-175C-66C0-0B6CFBFAF8F6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DF1F02E0-0C4D-3AE4-C565-EA86678BD00D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F8A08556-AF3C-FAE8-895E-F7F4C108C08E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D789BB92-647B-1005-D7BC-FF0A5EF21FED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3A6C48C0-B2A0-BBC6-32B5-AC10CCAB0DFB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82399C27-0E48-0178-DDF8-2FB67452BB85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D386158-C449-FBA3-522A-008B32176212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2FF4F592-0CB0-80A0-00ED-40DF14709936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05CA6B8-8E46-96E8-F208-E421DE408FE3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6F8AC0A7-C59F-0F36-F228-C5C3FCAF716B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80678D7C-51CF-6A57-1279-0164F0CD53E3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A4B2E2A4-EAC6-D916-F30A-97BDB3716E9A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4F0237AB-D184-F058-8636-D1A355177C43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132BDD5A-6CBC-8599-5B4D-280C0D572F8B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45C282E3-F843-2944-D024-76FFDB4BC345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F294B41E-B176-941A-403C-06C26D99B1DC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BC74B6B9-74E0-E661-301E-FFFAABB414C4}"/>
                </a:ext>
              </a:extLst>
            </p:cNvPr>
            <p:cNvSpPr txBox="1"/>
            <p:nvPr/>
          </p:nvSpPr>
          <p:spPr>
            <a:xfrm>
              <a:off x="2095319" y="2118396"/>
              <a:ext cx="2485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A77AE12A-0C98-ABD6-3D68-E2BB7FA91EC2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F5E7A30-3329-6B81-0D66-E8CDD3CD7495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129E7C01-CDB1-5033-BE10-322C0DE0C535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C4E6C426-69A5-B5ED-0D5D-B3E9FF006157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F5545939-0B39-47DC-F413-EB0325D503B4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2779DAE5-2184-699F-E2BF-FF1B4E8E3829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3EF57DC4-8C5E-6910-5342-62AA0E55CAE7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9108CC40-6A8D-00C8-0B2D-16EB85F09256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E1BD0DEB-25C8-43C3-8A4A-F8134E8FD601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B0EB661-2D4B-056A-1473-D6039015A71B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A390026D-9CDC-A4D0-D909-88D91DA7061E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E502B1D-54D7-2E96-60DC-7EE97655EBE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5A7CE0D4-3699-36F3-F7D4-76B70E280675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DB2DAA45-7090-32BE-E228-03A8B9F31978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2AA48220-F858-4AA0-69F4-0EE815372999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7A0FE9EE-B9E7-C7D4-8692-91C7B1993407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0415A42C-1463-5D83-47B0-AE1035896424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9D6E950E-CDAA-DDCE-DD55-3A0ECF458186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77FE14DF-5E9E-607E-5C05-306B7D149BC2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3BB42E6A-270B-CA0C-5889-3DBEB04518B5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AD91B51D-78B2-36FC-19CA-9EA6982A18BB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0BB87B6A-5A88-C828-5A36-1CB5BFC992A4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C54E2123-886E-6604-7DCB-9FEBEDF7B90A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9E59548B-62FA-74B2-30A3-A43E5FD85794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940D6524-FDB6-840F-5137-26139EC1385C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443F4A89-0D25-D09C-AF78-D6B6DBE919A8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7AD2767F-E859-E067-733D-F98E5F630D87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C9505F34-DC09-AFC5-A89E-08E29200B320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9A263BA5-CFF5-03F7-09CA-58E7A2FBB159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4C09E698-8514-128D-ECBC-DF1364D7F623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4D87AABF-2212-9838-C340-41FA9086365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877026E8-7735-5AB2-5063-4E4A0D9978F2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0DB4B055-9E07-C31B-A486-ECF1A7A59292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383932CC-5DAC-6EAA-267C-1786480F8DAD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C8B86828-3E90-E61E-C3B1-D3DC4BACCA5C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55CA6DAC-06CD-9A4F-92A9-0D055D7FB694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AF731A94-890F-C99F-4739-D14DDD25B2F0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7763D29C-347A-75D0-160C-081E8FAF051F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7E459C47-6D21-5EDF-AB08-866B13362463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90083941-E8A8-5736-6ADE-B2B5A47267BD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37FE6A5E-F92E-FC34-A13D-682AB929A458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E0F39071-0F6A-DBE6-BFBD-3889F0BDEDCC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4FA0ACEC-8434-700E-851D-336416C286E1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4A7B7701-61AD-660E-9964-795990F9C809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09B03992-3ABE-B614-6FF1-8A637413CED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28B77867-0DF6-37EF-C7C1-753A9B8FCF2F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02BFAE55-B1A7-9D71-6CBF-1BDF1EC55FC7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C76E3F37-CB82-C438-1B2C-A5EC751AB626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3F555878-AA67-6B87-8F52-5E8F848285BB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710B9A45-8AB8-CD95-FA9A-DB47554F92E4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CAE0C86D-8262-B293-7080-B5C493FB2F1B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8B85E513-BF4E-AAC8-232F-8F3D30EB8EC3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A1F00BCB-C80E-0067-5B51-A6235B5C3FAA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357F290C-1887-D47C-311D-E47CA777BB28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9EC939BC-0B65-A89E-B1C9-80E585604010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A07605F5-8753-9A51-C1DE-10A72581F2C1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F57BBC7B-B620-9A27-460C-C18E7810BAB0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C7FCD5D9-C89C-BB1B-FD00-FF87DB1DE4B8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905472FF-42AE-5623-240B-7CB915042F13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9011F3A-CA5B-873F-BB39-10E5E75BD965}"/>
              </a:ext>
            </a:extLst>
          </p:cNvPr>
          <p:cNvSpPr txBox="1"/>
          <p:nvPr/>
        </p:nvSpPr>
        <p:spPr>
          <a:xfrm>
            <a:off x="2913549" y="58224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>
                <a:solidFill>
                  <a:schemeClr val="tx1"/>
                </a:solidFill>
              </a:rPr>
              <a:t>announces</a:t>
            </a:r>
            <a:endParaRPr lang="en-PT" sz="7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471A7-AA84-CFB8-00F6-555E76FC8E0E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80028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2E165C66-9242-925A-82A5-ECA497ED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F2E1044F-2A19-4498-925B-C2D7A0B4A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C7F3B8E2-F538-7757-AC73-F1A8369949D7}"/>
              </a:ext>
            </a:extLst>
          </p:cNvPr>
          <p:cNvGrpSpPr/>
          <p:nvPr/>
        </p:nvGrpSpPr>
        <p:grpSpPr>
          <a:xfrm>
            <a:off x="1400683" y="77689"/>
            <a:ext cx="7509592" cy="4947950"/>
            <a:chOff x="1382395" y="132553"/>
            <a:chExt cx="7509592" cy="4947950"/>
          </a:xfrm>
        </p:grpSpPr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25009B74-44E3-FD3E-D0FC-569667C8A2EB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F09190B0-B4C3-F514-834C-2AC20EE93565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3640E8E3-2CB3-B637-0C19-74E4C04E2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9FFE974-895E-5937-7A44-52C1E440A973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66F5350-5FEA-0304-B222-837EA51C94FE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176DD82D-BCB3-C0A0-066E-FA28F53789BB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D8B48D0-BAC6-7C95-D4ED-3DA91A6C8E3B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10940EB-DF90-FA13-7BB4-391856F3C61F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55FA21F-338C-9772-235D-4D9C4C64A038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1B7567C-58F5-F5F4-89AB-8B854EED9554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6FAB31EB-8958-4F0B-F537-A37924BA311E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DFEC100E-0C7E-C652-7B06-658A540B5DB5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B05E5785-C988-CD56-D874-78BFA8496B16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77F3A9D-E8DF-C3B9-27EE-822F3963A108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804FFC1-C00E-A933-66C0-5263EBF251DA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B31C654B-21F9-E426-9627-489EDBC819ED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F08CB13-BCCB-E4A2-50CB-F0391051D412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B2F01589-C216-B752-62C6-604DE680B64B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77D9752-9ED5-7793-C306-D93EB2AE54D4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9F74C052-A524-0471-19B0-5962F798B982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E28C259A-C88C-ADCF-BC9D-0298D823A747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54F02105-2A3C-1478-C20C-663CDE5C6CEF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2969D3B-7509-B2A2-8BBD-B87A9059D1FE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7703F1E5-A4A0-6396-6A51-45235927B352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7183D38-7951-53E2-1F36-DF4C007F6542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E09A680-0CBE-4BE9-3B2C-8C76617C8C08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407A5C9-B46D-9BBB-5AC1-22D6750F43DB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H="1">
                <a:off x="2591240" y="1113055"/>
                <a:ext cx="307445" cy="819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069E06F-FB3C-33C8-F326-0AA7176B6715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0617D0D-E34F-7136-0C50-390B45F58FA3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3525737-6911-72BE-9CF2-E0199FD663C3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214C936-90FE-95DD-17D3-3FFCE013D5CE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B8B9049-E1BC-1D4D-57AC-6DF0A1D9B384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778301F-1CD4-BE9B-E966-1B137FD5F8D4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5C5A2B3-CE92-3F91-A758-F43E00F01020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83D8391-062C-2925-27B3-BC8BE9CD1902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CC495F9-6782-044A-DFC4-E04B46A5C50B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6E190AA-7D8D-F8F3-A6AC-8051412D1322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A467139E-F661-DEA4-6871-4D7B7560A502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8CA6BB92-7BAF-781C-EE85-C78BF431077D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5D6B236A-0DEA-2011-04A7-24176011921E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DDDEFEF9-F433-23E4-01A6-F260CB22D554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42B7C5A6-4206-7125-27F9-171DF573EF8B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A3BA9552-DACD-D274-DC6F-123031662365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D3C1D71-2AE5-DF12-8255-47B32FDEF9D9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47D7399F-A911-0225-9939-CE4F0075A277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A31B9AA3-03BA-694A-B2F8-80E4A79FB4C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ADB4FA7F-5F7D-DBF9-858B-ED84BA444968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6EBC23D-9D9E-A576-9884-248168ED4A36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3CC4B4A9-B858-4D31-542C-B3991F6EBBE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FE22E77-06FC-D14D-306C-FD90411DC073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C3CD2355-F291-9398-83B3-3B6EB492A924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263E6661-330E-4E65-A3F7-FC2779BB8B2F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3A40E25A-DCF0-1EE1-C864-EC587DCCCC83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6578BAE3-80AF-213F-B24F-14F8ED35CC5F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C22A6191-D9F8-A687-1A02-4C9F2F21347A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E2C189C0-428F-CD50-9DA8-B11723C1C024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39B23DF8-6424-4EC9-6C24-1DC68204FBD3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8080939F-58E4-DB66-7178-F738D1E746F0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49013E94-B384-556C-8A8B-7570DA8F7B91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72AC101E-8B12-E2CF-A8A1-436EF74BCEFA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61E629DC-6F41-741E-8029-C9361B6C6757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561ADF76-64F8-E14E-6593-B10543B3D6B7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B8DA93EA-9958-BC94-D301-A9B139F6B909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8C2AA031-C2B9-154C-AF51-D5EBBE98E5AE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7FFF9E8C-529E-3104-8927-B0916A17ACFA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CFCC7FF7-CFF3-F443-5263-8D43C2C04E97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FD3E4197-5390-B718-1701-135228982DAD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A1256211-5C8C-F6D5-EA22-B9E440337969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B9EA7804-3198-F340-E375-571AA2325C91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71842BA-EA9B-E6DD-D6E3-1D83C2D038A0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A6515925-DA1B-9878-763C-2A34564CFDC4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D237A2ED-918D-561A-82BF-76F1395ACBA4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A8B74AA7-0550-E85F-4221-9D1477819941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0F3F77EE-28EA-8F25-AD01-D46A616C5B79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ABCB5270-9D9C-4C1D-ACAC-CB10718CEB37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D61EA82F-2B19-32CA-CAD7-C0BCAC8D3D14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EFDEB316-6F9D-2E88-825B-41A0DBEB104D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718E0E6C-B161-F363-9279-9464A7B70555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617ADB8C-2BEA-F3A3-52E7-2A0717EEEB5A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3F00FF61-DE93-D9CF-A247-15966279FA84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7964522D-4B26-B786-E9A7-7B9F134811A0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6FF331AE-9211-E7F2-611B-6AAEE4C4C444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14D86F41-B6A6-2334-C92E-C0C569E7B70C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1CEB0885-EE3D-D94B-6AF3-D352341F716B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A10E1968-C634-6D31-B08D-0AFB4642EC7A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C3906E56-509A-DAE6-FD65-19EB2EE6B490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619C23CC-04A0-BBE0-BAAE-C46B53123481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EACA2A76-53D7-1B67-8F54-D4999A18C8F9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6D912034-83A6-34B7-8BED-17C27D562445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1F832F7F-CF71-F336-66A4-FD226A18E2B8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5DA42AA4-4ACE-739A-8AA1-ECF692360DD7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71AFA3CD-B775-3CB1-D744-2561B2828BDB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634F321-AC28-22A1-07DD-4D2FFEF089C0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83966781-0CD3-0910-D601-E43C40F1CDC3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009F3BC7-9E6E-54C6-3134-32CE7F3088F6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0FC5F12D-085B-2DF5-F6DF-7CCF5F94C8F6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19775D98-A39A-2EDD-3684-DC122F77B537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5DA7D85A-2959-16BB-7EB2-1F60203ADA86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4C6795A9-27FC-A7BC-CA88-B5934BB0DBD2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C10835D5-EE92-165C-D009-65EF9A73A654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24B544AA-EB3A-6156-B70B-EE3A7E20AA34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6F201F6-328B-46A1-1E66-4F2F7FE3B584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7ADE36FD-C3DD-AF6F-CBBD-502878A8EA3D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0E075312-33C0-B43C-F4B4-E8F6CC55B99F}"/>
                </a:ext>
              </a:extLst>
            </p:cNvPr>
            <p:cNvSpPr txBox="1"/>
            <p:nvPr/>
          </p:nvSpPr>
          <p:spPr>
            <a:xfrm>
              <a:off x="2430586" y="81105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4D22D1FD-602F-9B18-441A-B381809A3E92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96A43AD9-AF17-6E54-1CC5-FFFED079E67C}"/>
                </a:ext>
              </a:extLst>
            </p:cNvPr>
            <p:cNvSpPr txBox="1"/>
            <p:nvPr/>
          </p:nvSpPr>
          <p:spPr>
            <a:xfrm rot="18430951">
              <a:off x="2470059" y="453257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EBE49D78-99C1-F26C-AD58-88A29D99C009}"/>
                </a:ext>
              </a:extLst>
            </p:cNvPr>
            <p:cNvSpPr txBox="1"/>
            <p:nvPr/>
          </p:nvSpPr>
          <p:spPr>
            <a:xfrm>
              <a:off x="2316241" y="56948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49B9D220-7358-D1C8-A38D-9279A7D12B85}"/>
                </a:ext>
              </a:extLst>
            </p:cNvPr>
            <p:cNvSpPr txBox="1"/>
            <p:nvPr/>
          </p:nvSpPr>
          <p:spPr>
            <a:xfrm rot="17752467">
              <a:off x="1956600" y="141123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may have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04A0143D-1456-C003-7D47-4CF174EDAD46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2120FE81-627F-59B5-89BE-0C121950CCF8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8F1BA6B5-9A34-B275-7E15-306F587F80AC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1FE0C26D-6BFA-C32F-F29A-A63DD9A0EBE4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30B7CEAD-5EB1-9A54-F236-52B569E8B373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8C1C534E-CF65-A6FE-C154-58B6E710411C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133DF053-B034-B69A-1A71-0227846BDED8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A23B0139-9F2E-6F99-D609-F13C1E5CCB3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C0A20278-4458-36BE-1FDC-C2FD0F5F72FA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8CB80E96-7148-75DD-92E7-99D25463B8ED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D8729662-5BBB-B69B-C4B2-52EAE5643A08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10BE0FB1-A3CF-B1AF-70D5-3D85A83F488F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BB1CEBBD-9C05-F9B2-20EE-B8225BC2ECA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D4BED6BD-42C9-A5BF-1755-AAA76991C382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E8F5E238-AFE4-6DB1-493F-19032E34A296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62EC6B7B-FF14-A38A-AD4C-9A5C11006A87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9A1CD5A8-CF1D-DC47-1CC5-60A1578FD2E4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D5998410-1F6F-CFC9-539D-A4CA24367E72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F47F1DBA-6642-FD76-B17E-A61520C50966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9DF8D0F5-CC6A-52DA-A990-EB59FBABE353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5EBD986B-5D57-F41B-C261-D946FFA0B944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5F7F1743-B86E-ADC7-5B01-B00249956F76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16D4AD56-5391-16CA-F970-BAD6FB9AAA8C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6CF4EC57-F054-5C5A-963C-89FD1CF3151C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9D7161A0-439D-D2AF-984B-321EBC875B60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5EBBE301-F98D-352A-10C1-E3DA132AEBAD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5142ED14-0A03-87D8-A3AE-B930B64A766B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910AB72A-1122-0016-A2B7-BA06496EAD26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798EFDDC-0C0D-0DA9-73F7-126428BB9F64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71405EA7-2C32-8F81-9F1D-A466AD9D23A6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401E799B-9C4B-AAEA-CF3D-A43822BC79BE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0A01877F-9CE7-1A5E-BE50-F00165F81262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98BD7877-765E-929C-E8CF-236C8134A6FE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239AAB40-0C42-B184-6968-5DB85AA2D7B2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466B8DD-1FFF-B866-CB41-94082B196B96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A2BE173A-A9D8-AFED-4304-17D841416F3E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75422B47-AD87-28F1-8E71-3743F36B6A2C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517BBB7E-E183-85A7-C538-506E3B1B76F9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3AC6FFCA-A807-C221-6E6D-2EA8558B6D43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D3BBED0B-299D-5E94-FE58-FF5D9AD899EC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C425E05-09D2-83CC-8908-87D391F5F985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C65604DF-4137-8C51-483B-91B5BA001DE4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6D8624A4-3AA6-0217-0ACA-2133D2835BB6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264BEAAB-3D77-D63D-735F-AAC5F9D9C0BF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58750019-3FA0-8C16-B880-914F35140DA9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F8F5CF58-6F2E-D739-3A00-402FEDF603F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0BCF9B95-FE22-A5EB-B113-2281080FE8F3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FDC02211-DF99-F261-4852-4F86AE6AD4A0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3FFA26C8-48B1-7939-E5F0-ADE17E31C040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C651242B-2656-134B-B2B4-495D072491CC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EE938040-797D-AAA5-7DA4-25E92C9340E4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DCE49F88-CDCD-6C03-B9F9-67B89600A1D1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20FA08D4-2821-CDBF-E883-7F1927FE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F1D80C-32F8-D513-A061-6AC35448CBB4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2374953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A65904C2-D859-1644-81B5-0B7E2C65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09C3408C-D8AF-F92B-7C2B-E54965708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1F69A89C-F565-7D5D-E1B3-8DB7D63BE004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5992A554-E42D-DD1D-6C51-530F26CBA7D1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FB8AFBFA-E861-7E67-AF4F-384407F1B0B0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C85787D9-B38C-084D-EFC3-F0918463258E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91CB8F3D-C6DF-5713-092D-066E51B741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0D85368-07F0-5174-6549-FB60040CF1B6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2642AE6-0E62-2FDB-0F13-0B2EE927DA84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E4787037-D957-2EC9-FCD2-E7F6F7C719B7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0A6CBF8-9887-751C-D735-7DDEFD7F5A91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F9946302-685B-9B57-3783-6059782567EF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85CFA06-F896-57B8-5DB6-7D5536D16620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FFE91C1-1B6D-52AB-519D-EBB631F327A5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E3F7269B-608A-036E-DEB8-FF57B24CB696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06A42E9-190E-A79C-543E-6DC70096997A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BD9FC7F-065D-8A19-2897-6C359B578E0C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E23FFCE-96A9-C6A3-FC03-1F72ED9D9BDD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E6D6DF2-18A3-5B08-DB64-24F215F971B4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2C17EBF6-5006-CB61-8C78-F3AE7823A241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6D9D16C3-1FD0-B3D1-7710-77AAB2C909E6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833CFC8-3AAB-D133-E862-00488E944903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36F1799-E5A4-5824-2BD7-A99A18A489E4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59143AD8-983A-325E-D35D-6ABF1AF50BEE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11F1A42-8D92-C87C-4983-29C9A3D816F6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D89559CF-F907-340F-7886-61DB5A2739F3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43A7CF17-096F-E8C9-AE81-754291D11180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EEE31962-1E41-91C9-5246-AB528BF6D3AD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0E8E264-5935-3FD7-3462-5A1A80672054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F37392C-C02B-5A70-D943-35F3E8A62D8C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968F77C-5904-B280-D998-34BF93DADA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C888513-89B8-EEB1-8D89-0A5742AE69F5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BA5AB61-E3F2-9D7C-6FB2-9C28FCB472E3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ABD3BAF-2C95-ED67-0D13-7AE68F990F69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B080BBB-F0DE-9384-2576-C859E3537B44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22058373-77A6-AE15-7DB9-A7C861058514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FEB850A-7049-0723-F653-DFE890083452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63681B7-60C6-0C7E-3488-655C69B80E74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7EF5919-6B3C-DCD4-4706-15234695D806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3515025-7D8B-1419-05DB-8479A0BB08D8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74B935F-7094-88CE-E1DA-BA15B328F41B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BA38E866-9C11-FCAE-2C97-A2DB32A0654C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84A2C94E-B6EE-A7C6-6C66-DC05B8D0DFCF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159A691A-4529-FE83-75A4-6A10ACBA0A01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362F7916-711E-5F26-0F31-22F714AA3E27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6B213CFA-C800-B5FE-17C9-AFA492027C81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B7093442-8F11-5B57-7E49-522D1B6B41A4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7A597C7-40EA-3B99-4E10-CA5EC203D958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4A041019-5477-C98D-E39A-1B017E938F01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87527EAC-1EEE-AC78-598E-643F3979554A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5EDD76E2-0ABD-3233-DAA9-4DE552C111F4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6E4A049-2913-D5F3-4D79-5C123C7AAF8C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9D8FAC04-F1DF-C7E5-45EA-2B84427A375D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EB519530-DFD4-9A83-C035-64708D585B52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219958F8-2450-7DB7-FE9D-F771FB134EC8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AF4110E5-4FB1-D2CF-9AE1-4B50F90B4DD1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65F7DF71-7D88-423C-F4D8-9865E98B5E0C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DFC26B82-3C65-2DC7-23B0-07E2D19BE953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111D3DDA-C71B-3617-4531-5FA7A05B3C02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BA3A84CD-7C72-9C4B-9848-3537D3CBFB24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E5669EA2-A197-E709-E092-ECDE7F76D35F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3A99DC54-5A3A-D18C-2BE4-77B10DDB67CC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F2AB50B5-5207-9DB3-C320-429D9D56F347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F8EE984B-B32C-27EC-3EF1-AA55BB214932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90785FA3-785F-118C-6CDD-1E40BE6AB8F6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FC85D26F-BD94-66C2-28CE-C89D6BD1DB77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1882F3D-65E9-C854-2BA3-075145FEB09B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25AC1C8E-5BE3-8BEA-335A-40B820420CD1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B981FA4E-1AD4-855B-DA2E-0CBF6C16A657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556ADE0F-3F80-3CBE-03A9-E492DD339823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4A4D668A-6ABB-DFEB-53AD-5F8568D31579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1A47BF60-FC51-53CB-A045-0ADB06E8F59F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002C120-F73D-7F51-18A4-09321BADFFA6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73283D2-191A-2DFB-4030-B789FB98BFEE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679147C1-904E-1652-8D32-09C45D8C52BC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A5DBAEA5-F170-477F-E466-BBF7530B815A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C4016145-4702-8D37-6A79-F80C4C7DC64C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34132BC9-B2E1-5342-F8E9-EFB1CF7F1119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F5D69E89-7409-5663-3458-866C27F1FAF9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8F6E02AF-9788-0390-3F69-0369688109E0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3231E150-023C-EA22-1419-D5F6844E568C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C1E2FCB7-26BB-A5B9-2E07-71C108AD1716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2EEDBFBE-841F-A8AA-6ABE-006A980AE7A5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9F11C27C-16DC-3527-28C2-58E4818CDC34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C93C0EE7-24C6-2175-4F87-2F9F2CE1033C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E1D141DF-5195-11FC-9218-5E955990920D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77C71E58-8D0D-EAEE-9AEE-D50EB87AF91C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C3E9E380-D482-4BE1-EB77-26CACF747386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B83ACD16-C5F4-B6BD-4170-DE606638CDC3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CCF4CB89-5071-B78E-2430-7E6374931660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1BB3F3ED-63AD-8E90-9C35-34D56508ECD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62DAF064-E35B-B473-8753-9A792B9EB92E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E61E206B-4BE6-4777-46C1-8F5D0E21A7AE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56BB8EFD-13E3-ED26-7AED-54C0B10AA7D8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47061615-1E71-E675-2E0A-807F1E712B15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031D14C1-8E9A-B2FC-EB05-BE0D4C12A886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6108D4E3-77D3-4E8F-C115-CA6B58F52278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022D7C5E-E80B-F845-2335-20FF3F90DC87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ADACF273-9BCC-8A4B-95A1-6780B97C0ACE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05FA0FFD-B319-EF3A-27CE-A45BC254527C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6615FA12-AA26-FABB-24A0-727BEEEFC656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0EA9E28F-9C0D-31DA-8BF6-A3B67D35EB6E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649DC21A-1881-EFCE-7791-46B5B04758BC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0A143865-8922-D350-A2D7-5EAC9A3F3F18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F0C9FF7-779A-7323-F770-6BB450635778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3A4B5C2C-81FE-A23D-EDCF-B78D8971049C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42F7497C-4882-AEE8-461E-6B53CE73EA0F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0F61B2B3-D5BB-319B-0FB8-6D848DB305B4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4AD3D64F-F394-D92A-EDCA-046DD8E9B36A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A3E580C4-E3AE-4A1D-E9A4-4D1CD685B561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E71BC28E-9282-BEB9-AEB6-90C6BEDD87AF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C66EDA38-1E9F-EB65-D27E-6E4E9B053554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4ADC519-C977-B6D4-DCD5-F54FAC563427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523A4587-5AAE-45A0-FBEC-FA703D44E04C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83253AE9-E743-C3EF-A11B-4CF92E9FFC12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4FC21CDA-8128-E0AD-39C6-107CBA1FA05F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A3D76D7D-5A69-BCD0-71D7-55F78A2B5E49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4E610BDD-F950-5129-F6BA-F74E16EBAE29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2EA052D9-C068-1E9F-45A6-ACE222C68FC5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3347E5AC-07F6-8D3D-1542-D507E92E2CC6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AC0775AF-583E-AFB9-F508-8536579F3BC5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685315B2-C4C8-F4AB-4C86-567BFB76E99B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38E15AAC-27CF-41F2-14A7-02D509DBE2A6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DB84FCDA-9B87-A1E3-BE0F-323E2E96F7D9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87616053-CBEB-D977-1603-BBAE29D919A7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9503AB5B-E5E9-FB10-34CB-4916348A385D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9D356975-4D84-01AA-9AE2-79DE9C90C61F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D64BDD29-95C3-0D3C-290C-2A25192802B8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1F322F54-0B92-8A0E-D254-6C9B1447267D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055266A7-5E42-509E-A24C-00AB15986F5C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D2249967-9BB3-6C37-1AAF-A7818CF23850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353F2D4F-B5B9-F188-142F-4E7EB4C9337C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011C577B-E0B5-E481-FF5B-F1A7D2E3B089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888AD863-9D51-65ED-02D2-C4F8F859E6AC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25146586-CD4B-6A87-2AF5-4708E91AFB66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7D9CB11E-D499-8138-0799-0A277E45AF0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CA625471-8234-0E86-014B-8A040F870CEA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525FFF75-90B5-AC87-480F-B72C432A52F9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FBA3603D-81D6-5B85-A103-0502594ECD58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BEC3BC5C-97ED-54A6-379B-60163F1FDCF4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FC8EF522-CFC3-BDE0-F49F-272BAABF51F7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213E6605-6416-727C-1BA3-49F6FDE2EB79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1F4BC6D2-6458-70F4-2B4B-5DB4E74412D7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36D2F4EC-EC90-7DF4-921C-16B450348260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53E8798A-801E-4622-826E-0C50CB1D61FE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A8D090B1-5C66-114E-4232-C68158E6B857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50E8EEA9-F0EB-FF58-F2BA-846E4C49C93C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8C626613-7AE5-2F6A-5E71-990FC6008803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51E39EB7-9266-C4D5-1288-DD4563331B45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4402AB5D-060B-0217-97F0-7157DA7B191E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06B5C65-B971-C6A2-D12E-2047B064A9D2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FFFDDC80-889D-9845-470E-4F67945E72E7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C89F1540-1243-8042-490B-25C701E9F013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0CC0E034-C2B4-96FB-0614-20480A9C54F7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04E4ED9C-B855-B3E1-FF1E-E0A41A443146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F1EE36F3-45AF-81B4-4D36-ABFE1426DD2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DEBA03D2-F42C-52B8-CCF9-27C0396DBC15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ADB10F1F-0CFF-04D1-5C33-918A2C3BF7D6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5EBCF293-55AA-B3FD-AC27-48578F0E6D96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4A4E65F1-3BCE-1EA2-7F1C-20D378B95958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E00394CC-778D-5F71-078F-CE0A7F375F6F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EC4F26D8-6448-FCD4-CCD1-0FD828836FB6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AE70432-C9D1-6373-56C5-7169E7854193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4" name="Picture 3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2FEE7755-AE08-6AEC-C67A-5D3402B9B8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27" name="Picture 26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7F4E1CED-3841-8B4D-9FBC-730EB95D1B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CD90272-2338-6372-A8C1-C52B855BE289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</p:spTree>
    <p:extLst>
      <p:ext uri="{BB962C8B-B14F-4D97-AF65-F5344CB8AC3E}">
        <p14:creationId xmlns:p14="http://schemas.microsoft.com/office/powerpoint/2010/main" val="28505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FABDA050-C3EF-EB6D-9D2D-9E618CAE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455BC46B-1C4F-EEF0-8B4D-AFDBD426C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E2929C10-CA0C-2F97-7063-B245AB579161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33C110A-6C11-9AD7-13F0-C5B3593C1231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A5849A6C-6B44-042F-11DE-8FC6F5D59D14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317673F-83FC-6E9E-98DB-F16C3B8C82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E2628A29-C54B-1AD3-FE87-F14ED0F967E8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0F3B08CA-4C54-760F-0B4A-0EC4868889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ADE9D87-FD91-EDD0-BB7A-4F704ADFD69E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3CB64C7-2EB3-B5EE-121F-4F35DF316907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F050B19E-0B9C-8BBE-8A2B-C0B4D6604A9F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04A6D38-A251-0AD1-6321-660B0A884CA7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BCF3C9F6-A826-0C53-1529-1058E695AA5E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571660E-D79E-7093-97BB-7B299AA5123C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35FA31D-B006-B3B1-A112-D40B1A2B8B2A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323BCE45-D5CA-52DD-9D74-AC5C7F5116AF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DE95D2E0-A31D-8E3E-56FB-A0ABEC845C11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13B51A8-653E-F295-494D-EC5B0B8B7E43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7E406D1C-AA9B-A279-1085-61A6E165F6AF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C4E1C8E3-E637-183C-AE5A-DC8325C61E01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4207407-8117-FD8A-9536-E11B8378CD13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B10CBAB3-0083-5D48-6B84-46817040250E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83228E2-94A0-F42E-CD3D-E192981CA68D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F2DABF92-1DD1-829D-377C-6C7F5FFFC90E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1E9AA11-4ECA-ACE3-D0F5-3FBF2EFAC52F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1DC1EB46-90EB-6404-A80F-4529619F088E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EE87373C-9B93-AE13-E745-99C65CAB1860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C04F9811-7D21-F6A6-15A5-A2280B32CF38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001DE55E-663B-3911-BC64-0AB3D7E48A93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994EFFC-414E-3FF7-F5FE-18F893F9D223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772D488-E56D-2033-C9C8-21CF10CCB564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41FEE3F-C30D-FFDC-B5CB-AE6ED8774752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0304834-77EE-A9F5-2843-F0DDB74D2760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5535849-20C8-B428-0E58-812653077512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2E02C9A-628C-2FB3-8C2D-C349E05808C6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E6AD4F2-FB6D-F8D0-69CE-17E45E79FF32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5431E1A-BF13-A657-7890-93672677D1BA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0F98169-2891-27EC-552D-8213C3237D8A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3D269B3-DB47-8BE9-4E07-A9A959E767F4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4FFA562-7B4F-0FDA-1C69-066455B1B606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6980554-5B25-35D9-0CB7-1075913EDEA6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1C33C324-C95F-5C60-206F-82D131953B8D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C2A59FE0-0010-88F6-3C76-B86AEBFE7B53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6E7DC24F-F7EC-1075-4C97-6976D54DFE7E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537D2552-C941-D676-C96E-92F3E109C18C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52055370-F220-3D31-7477-6934C133ADE4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EBA4EED0-CE68-CA67-2243-F99BD8CF989D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CF50CC3-EF94-C095-8645-42B5B0D6A582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BC9D16F1-1316-7DE7-8D3B-1DA91109605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51F2E199-08DC-D6BB-0E08-F6CA9E620AAA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E36BF47E-05E6-86A5-D40D-1D8392FD1AE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4CC6334-068D-E462-74F4-A16529C670DE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5F0EA7C5-4094-DCE2-1AA3-8C4925EB5AD4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C8F45CFF-0633-CAE6-06D2-09F3B15A5DCA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15B1C686-FA01-CF34-FAC2-4F11CBA8EE22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FBB7F89E-542A-0A1D-9D9B-4CD2CDE9A938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C6AAA8D2-CC65-6012-98F9-68C6309B2A2F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F0411611-106F-F8D5-A1B8-B403AF2DABD0}"/>
                </a:ext>
              </a:extLst>
            </p:cNvPr>
            <p:cNvSpPr txBox="1"/>
            <p:nvPr/>
          </p:nvSpPr>
          <p:spPr>
            <a:xfrm rot="19481192">
              <a:off x="7755912" y="29522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buys through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F676ADEA-D155-B729-FB63-492EE88A2390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2674D469-BD23-7BC2-96EA-5D715B553168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71A4DBB4-9CCC-007C-EAE0-4F2A36B401DD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F7F5B904-1D84-E941-0CFD-89CA5AB621F6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23BABB86-B730-9B99-8935-EF1BC134A49E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C156F28-5F5E-CF38-A355-5D928621CF2B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F8465E6-78C2-CA93-125C-192BEF9EB101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43FD4D29-9350-638D-153D-35BD54BB7A60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49F638D1-9F57-3DB0-C325-A792D7A09389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35EC30E7-3368-92C7-F148-9B0782518FCC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55317B98-BB53-F7B7-90BF-00CFD0A01423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EEDF900D-C4F8-10CB-9BA4-6EE6FFDBB731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EE3F1E90-D0A2-E1FC-0FCB-9F198600BBE9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3EA74CFE-6893-0A54-B784-EA99036AAA3D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78561DC7-F33D-BB5F-E9FE-E8EA2387DF0D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601C8FB9-290F-09A8-E929-C3E468A1FB7B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6EA99C0A-49A0-6E1F-5A5A-FB88F72DF3EB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F79869B3-66B8-7120-C61D-FADFF5E2889D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39B612CA-AFD6-E28A-D373-82004A28AC93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161D207C-943F-1C6B-5455-A8E6856D4F11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E9D7A0F1-3913-A15F-88A8-84E588B32931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C9EB17BE-9E50-49EA-0C5C-675E1A4C8906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03CE2826-727E-9B11-B57C-1887B3793C64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245BE4F5-087D-24FB-3A72-8B72D9D6A621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7FE5401A-7ECA-E395-4CBD-3EC464E664F8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9A7C27C6-1F1B-E018-B4F5-C240D9A136EC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6D23F266-A481-7125-B8B5-8380E0C02D77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1A71A069-73B1-718F-282C-0D5F62329029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8E885A3F-EE10-8424-4D49-8EF9C3AEDA03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877DE13E-2443-0D8D-76BB-81CE1A4B03EE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7DF96954-631C-F936-23BB-30397B9DC8D2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244A78BF-ECCF-1DAC-A936-2CFE80A50EBC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68D8320-B53C-6FD9-1BFA-9A0DADAFD2C0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D19996A7-0082-3FEE-5B37-7AA57245DE45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E6CF14B8-7836-AECE-A458-4A90606B9825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58790D36-8074-E3F6-ED52-3086949B54DC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C9C9A94A-A091-D863-9CE4-0132FDCAC60C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23D31317-A787-BB2C-7B08-66A02ABD2759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C25626CF-670E-9A6D-BFA0-81FCC6D3EE4C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EE941CF9-569F-09E2-CAEC-0B9DAA629130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0C7F7305-00A5-677A-8EF8-64F599E45848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55147B1E-8D05-2B17-B163-3A629AA0C18E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094F1F9-1BDD-C0A2-D7CC-2B8C26F147F3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4C8C744C-D67B-2F7A-8E10-E6440C5BE30D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9C6072BA-FA79-B32B-AFD3-5ED75BF199C3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BC7038CF-117C-2D0D-185D-6B97591D9494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7B908B67-DBBA-7793-922B-EB53A606041F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09A0DAAE-CBAC-009C-A4B2-BE559AC4C8B2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9B3C031-9503-32A3-3F1D-AB09910BDFC1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DE338204-87E5-B56C-10D6-51A4AEED2933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AB784A86-9BAD-E733-5995-58DC20248214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95357E78-78D7-DCBF-97FF-DCB725A748B6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8708D04D-F2DB-D5E5-2DEB-E963B2EFCD63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7D2B32A2-F15F-0D0E-D604-62CC3383D6A0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3C1B2452-AEF3-6FAB-99C3-D567B258F97B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7EA814C0-0F26-73F1-7A26-FEB0679CDFC4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25388FCC-20FD-A17B-0123-650AACBC22A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53A6B32C-365C-8892-8A18-2E6FC25B3E6B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639FDB63-EDFB-5487-A38E-7C6A809B1526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119F98E6-7968-419A-B4D4-D617C5A36E5B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8C36E3A9-3CD9-08F0-06B2-86845A1D0755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C8E159B2-12BD-0C39-E307-E4C54EEE4DA3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115066A8-301F-C10B-1E64-AEAD4E795679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92C7840E-0996-257B-96C4-A2D066F69CDC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EF52F594-2095-5B8D-CCBB-F4FEE97FCB56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689C059B-2981-55F9-511F-7A5E94D9E6EB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1AE65510-14D2-37AA-58B6-BAE6B55E27AB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D8023617-4D6C-9CE0-0760-677B78B5D3B8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E112F6CF-31A1-53A1-E4BC-DE5B0A60ADDB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E0959A64-7EEE-B017-5388-C64BE246B8CB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9A8D9E8C-17AC-1773-90EB-B64A743CAF34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908C129B-4A7A-1A36-EF72-27250166C590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79478979-B0F1-F80B-3C30-4219FD8BCB8C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D6C1C5B6-6F87-832E-0EFC-C0F49281A56B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763EEE14-ECDC-E39A-203F-E01F25B88E73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500AEA26-C42A-7ABC-B186-3B9F7EAF8B1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DDB1DE3F-1208-B886-D693-FF0AF129627E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5AB9ED77-AAA3-E707-5B96-89C15B6816F8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590988F9-6228-0429-B527-F10299FD1194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F40CDB90-F9D2-389A-42DC-B49E34F493F9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D90B8E7B-24C1-116D-FA6C-F84B09ACC52C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394D9CAB-A29B-F05B-0DBC-5E249E84E1A0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8F7C8F10-8E28-96A6-7CA9-B5978EDD2499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18429DC8-14E3-5E06-3C32-8CAAE652F95F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8C1402C3-9B63-E248-DCEC-6EEEBE62AD32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D5C19BD3-63D1-6F5A-197D-011410FEDA59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123E1866-BC96-AF67-3C83-684BA7C8BF9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4D90E33A-B0FC-A32D-0E91-00B98903DE2C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5DE884ED-7274-2E34-1D78-09EB7DD84FDD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C378B0D0-ABB6-A3A7-ECD8-F7045996CF05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6DD0974D-E528-23F5-D3BD-3406E3FDA611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08089A4D-906C-CFF6-763A-8D2F3D5A641A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68D056CA-0A46-4E90-FEA0-1E1476F5313D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63937434-4DDD-BFEE-FE85-EB7A8D8C3E1F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CD5ED13D-1044-5379-AFD3-154F3553EC46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4BBF4289-F989-CD89-E491-D83D8882099D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1B403F4D-54B0-C8DD-81FD-ACBC86569BA0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3D9F2A98-EEDA-6358-CD95-7FDE999DF359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C81DB871-68B6-2E66-311C-EC228697F03F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4FB7517B-DE5E-8371-7F27-94B955A7B152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760FD8ED-9CF0-C9D7-8772-AE9EA4622DFB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CADD1AED-B233-1DD8-4DF7-F44C1581673B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C1EC529F-608D-0E38-6789-BF954399B411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F4B2A617-616E-3294-8D58-FC4193BD4685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1196C5-2E98-86BB-1E0D-E53625B5AB45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4E66FF-9B35-1066-A661-E6BD33EBCF3C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pic>
        <p:nvPicPr>
          <p:cNvPr id="31" name="Picture 30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36E5E711-C51B-1BD5-149E-648E77E30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33" name="Picture 32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4BF6C674-BF72-BA16-1C99-D4CA213E6E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9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FC732EC-B4E3-4897-5B1E-87FF829C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8855D61A-434E-0B18-0D32-56AB80F8C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43B25A0F-41D8-169B-2C87-36027ED4C055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45F88235-66CA-DF44-A6D0-E74AE0EE286B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7382AC19-FB6A-8AAF-3192-B6E3060C1E10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657E558-47D9-75A2-9028-18CBC371407E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8FFFBF9-F738-C8F3-8C0E-B07B77B3B5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4FF5DB17-B6D2-99F9-00AF-C5CF3827B8E5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73360EFB-15DD-8067-D93C-ACC00C52BF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923593-707D-9B69-ABFF-B946C75B9A66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ED0B86C-C2C2-A133-93D5-D37959E026CA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FFC5F9DB-7F34-37A3-41B9-CF1E40C7DEE7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BCA0492-15FF-3EC5-D1AD-E46D6DF6462A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9FEA7DFB-00E3-9855-5218-429FDAAB7C18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E214470-4E57-82FD-663E-E2560833A158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A7578AC-BABD-9EBD-86E4-7C8CBD948653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3099A5CD-FB71-24AD-7959-7B02AB1EDA34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F2D63D2-A91D-8119-8BEA-0590428E51BF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F8B19E8-DF02-C475-41EB-DB54ABC600B7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1645343-3F20-E47E-0B1F-E21DEC0093C1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D43D6E7-AD8E-8B26-2D60-153DF49F49E0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F19049D-0B21-AC39-DF95-1163374572D7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4E59C3FF-C83D-099A-6F9C-96425E649EF9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5405694-6F7B-46FC-19C4-BDC36C750F19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3C256BA-2B21-8A21-AFCD-71E00AA95A08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48EB06BA-9CE7-9AF0-461C-DBD4866DCDFB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E605B22-3480-07A0-6F41-7D6A3A1497B8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8FC46-29C8-A7D5-4CFB-86866CC19378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3A89C60-B523-7680-F720-9FAEE1C39FCC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FBF4ED38-47C8-B674-F5EA-7B4FC7ACDA34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8063645-0C77-FBF0-4D44-ADE0C1614216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44E2C1A-7D4A-8693-3247-A092877610C2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49A2C51-B8B0-E0BD-2675-C7CDE0BD50FB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270A0B1-15E4-AAB0-9A76-4121C221F661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E64511D-4C2D-BDCA-2359-6891CFFE98DB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B9CA008-32A0-EDA8-F3B6-C20B3E65E1B0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4992BA7-2983-C2E3-A9E6-8002C748160D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875876D-9961-DF01-ACB8-12C900312F6D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AEC5A26-5BB9-DE6E-72D2-DB8FC90C5727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5F63C09-66E6-F6ED-692A-49541B9B85A0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FC04778-926B-78C1-FD3F-3DC38DA2877C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70CC9EB7-E275-6EEB-BB52-5568A7B6B8EE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06DF0CF-C2D2-6174-411B-24372175A909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59D75A2D-12AB-2244-31E6-BAE7A6637EB5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CA5E18DF-E11B-2229-A598-54EEF347B7B7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8BFCF4D3-A861-9F53-28E8-6F262C969B81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476AA4CC-64DA-3C19-6716-7ECD92355C4F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A0C9511A-2B28-2913-C616-A4B5A4108B12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00623900-638D-8B34-F29F-476A325DDAE7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C03C144F-8D5F-555F-3AA6-989ED5B8D995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5D61BA95-71FB-D5B9-512A-B9153259A1DB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8FFC7E93-E565-80BD-7D9A-C41AB979861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13F100A4-EBB4-2092-1C4E-70CD9EAB0537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2FFDDDE8-6C14-C9D7-46EC-7D18266B4466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050C894D-04E5-F0E8-7350-B525CD05314B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ADEC4686-9546-DF54-0DED-48F9AF8CB319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0C045274-B930-7DFB-8310-7C7DC3F24D14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963AFAF7-31AA-1452-AA43-880091DA4EC7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643ECE86-7CC8-D57D-6A79-63ACD40D247D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81DF920B-0230-8BF8-0C55-9F1B2E16B165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4F89E8C1-F523-8544-DD65-71A9F5B41CBA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1C8732AD-28A9-7A5E-48AB-22D50F222812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8B2D0AB8-0642-4AD1-EA55-163BD0EB81AE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BD6DAF19-8326-10CC-048F-30A8849C2445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D81F2E48-DA21-E548-DCE5-46440CE9648B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4A911F5-5CE0-1BBC-C1BA-592C70EA2754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5C0145EF-CE1A-38D1-FB09-C627B5719E6F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2A83A8E0-2225-2B7F-DB35-58A02F39F506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D569E4F0-1D6E-201C-39A9-1CD231777B54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FC001FF9-D118-B50A-8B3A-69ACE065DED4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4F4465BF-4D18-F0B4-1FBF-9342FAE79930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04C03EE7-D03B-1069-F8F5-27B8D461CD0C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6D73740E-535A-1448-3DF5-92C6988035A8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C2CD0C4A-68A3-D0D5-83ED-AF9B5CF70D28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4264B27F-AEE0-CF69-7276-094E1737796E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270C93F3-DB5F-AF9B-F843-7FEF118AE933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CDDD8301-8E2F-278C-AA4C-1315669CFCAF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F4334DAA-7D6B-EFE8-03E1-D010E0CA6221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E9D36449-392B-690C-09EF-BAE048BF8F31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59CA1E84-FE5B-9C88-BFA5-7A2E13FFAD8F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4095B362-E5E5-00EF-7750-6765B9EEC6DA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F5FA3500-292F-FE01-C61C-AE88E328609B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9144533F-EFFD-C1C3-8EC7-2E635DF2F381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E2F95EC5-A66D-4AFD-675F-475CFB623B4A}"/>
                </a:ext>
              </a:extLst>
            </p:cNvPr>
            <p:cNvSpPr txBox="1"/>
            <p:nvPr/>
          </p:nvSpPr>
          <p:spPr>
            <a:xfrm rot="20926618">
              <a:off x="4861362" y="40883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result in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2614B849-57D4-2398-20D8-C87F2D244C32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7C909192-C4D7-4F40-0D73-4B6FD57904FB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28472EEE-A0F4-1893-A7DF-BBEC4219B0AD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0A55AAED-7810-8BF5-662F-BEF9674DAC0D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7D3730C2-0865-59EF-BBBC-D952E4DB6BE2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780413E3-AB62-3962-B627-06A929D919FC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128459BE-9D92-541F-F93A-CC510FB8743E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2F07B7FA-2339-82F5-6E0E-CD1F91FC92EC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0891E00F-5CB0-61B8-7E0F-4BF7B9539985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C09CA723-1028-7EEC-9226-1AD9CA87AE57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700DA80-CE62-CE4F-68AB-7419A0CC3205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C503AEB6-5CB8-2101-A287-0391E39D420B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C1A95072-8DD0-DF47-21FD-FCFF1507BA1E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90B08502-2A34-ED94-ACC2-CD4ACBA76CA6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EA7990B3-5A2E-07FA-79FB-FEA85254A259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CC78D657-63B8-3231-8090-6EB0BB262E29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492C6D29-8DA1-F30F-50A4-21819A8143FE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4909A426-7039-C7FC-DAF2-15C11893CB71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53B221F1-38FD-D691-4B22-E753CA64BAB9}"/>
                </a:ext>
              </a:extLst>
            </p:cNvPr>
            <p:cNvSpPr txBox="1"/>
            <p:nvPr/>
          </p:nvSpPr>
          <p:spPr>
            <a:xfrm>
              <a:off x="2095320" y="2118396"/>
              <a:ext cx="2401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7FE72074-C2F7-4400-D167-6BFF930D4BF8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2B69AEB8-32EA-3061-A0C3-E6EC0F66F822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0E3A0D6C-30FB-9E13-339D-A2DC228AF041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56E98BF9-7777-421D-FB2A-DB0BD0581186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07DCFD5C-31DE-509E-9CD3-F7DB3230F408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EE51D7E-44A6-1394-F37B-5D263EE6EAA2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86B972F4-D4F1-512C-7E7F-CB6405DB8413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3EA48091-17A2-F1A7-7784-F567D3332317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92969121-ACC8-321C-44C2-4C95D0DA84C4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F25D17A8-6BD5-E1D6-1A92-CD1F0A136437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4FD9955-F8E6-F30E-E05B-8E7511C23216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2BCAC3EA-DD14-7099-EB43-DF4E2BC7070E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B113DD29-46BE-7511-71DF-14A42AA2F006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0D9C4B4B-A49C-2DA7-1BAC-413405A7F09D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C2790BD5-AEC6-8CF6-B458-679327547C16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2ECF6296-9689-FCD4-5513-6EEE99B16CD5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3DA69315-A861-0018-5882-990D0F9F18EF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1EB83C17-0581-230D-E5D2-42823837BCAD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790AD5DC-C831-9E8B-F898-1CB358FBF83E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59439AC4-1FF1-059C-32A3-61FDFE13D5A4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809E53E0-F94E-6701-4069-5568905AF978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32D8EF60-6977-136D-5BE2-E8E4B3320B7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AFE9403A-64F0-627F-D1FF-B18CBB94A824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4057D8F5-A204-925E-0A5D-F8F394D8B262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EBB48B78-1470-6A91-10EA-051F25677C40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FE55172F-DC62-36E1-100C-58D1EC769185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6A96B2F2-CC63-BECF-5D4F-05708A36E724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D80E1A25-2643-7F5A-6FE0-8942B7099AB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ACC43A99-3D69-6991-1408-F853CFC01F13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475B55C5-CCFB-ACC1-7561-88AE060E35EE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DA686F55-4B4D-AACD-6DCF-063903E2AC30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FC60783C-A99B-F0A0-DF24-1654C83DB983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C61D744E-49D4-AD5C-3DD6-9D6073189A7E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9A425600-8629-0952-60D7-11EB8FF150C3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4F3325C6-706F-2504-A9DC-689BE8A44319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7414AE19-C7C7-6968-B713-8845C746DB83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F63AB316-7D4B-13BA-3F6A-56050E271888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657F143B-90D5-C457-6874-9853DCB708F1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A0EA3F9D-B4AD-2D97-E96B-4233E3EB4939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9CA280E0-E5C6-DA8E-8EF4-D67A5A3127CF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B8B5D970-222A-4D0F-8B6E-E63DF252EBA6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355FB296-E4D0-1506-2615-022FBEDE7AE3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169BAC45-49B2-D136-660E-795287DF664D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BAC86006-6588-61C8-E8DD-3B82C8D11C3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C692B072-EDE9-90DA-658C-2CFF22484C0F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90C4840B-C41D-FE5D-809C-0DFD0225F1C5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C15C6EBB-A649-AC0A-4F4F-AF5071BD4959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1E1E15D5-B73C-D72C-04C0-2011F767980C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58633900-7CC3-444C-1CAC-0CF3CDF666E4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091D47F8-A9AE-6994-AA88-6352FF2EA0D3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2C802241-3A21-38CC-AB62-AEA5EB0AAEC7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281E4552-2074-06BC-D561-D9FA9B6140FE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8DDC3AC1-6EF4-2F60-17FE-A4B06443CCA9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9824EA12-05C5-6E8B-A112-298AB37A1C1F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53CAD6C6-859D-FD75-9F25-FD910661D8F5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DC27BA4F-6859-EF12-A3E4-968733A8F008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F20C520C-9AF4-88D7-58AC-BA99A29B6911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7BA89D7F-0574-CC6F-AAF8-631C360B1ABB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6C3626-8444-96CF-3BBF-793EDBBBD5BA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660DC261-6FDB-0FC8-5FB8-9F2B90AF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3487C4D5-B5A4-A76F-CD5B-2B26210408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E6CA0-71DF-6276-4E21-E5B7DDED9423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65EDCB-D455-CD98-9315-E3D7362F7052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3479169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F49F7CC-B5D1-14B3-04B1-2D234D84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CF5AE23B-E80B-EC03-8DD3-19F4E4BA3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4C8BEF6D-95EB-6FF0-E03D-9FAC0D3B51F2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2986775A-882B-37DD-8EB6-086F94589B22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C4A612A4-3DB8-A85B-0983-8F362E404731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65FF649-3C2D-CE71-FF84-B49BC67AED7F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AECD142-EE82-3BB0-EB91-9AB255FD78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557A0D2E-4BDD-02CA-2D7F-0B2F5B394E59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C22CD267-6507-F132-FC04-C72371CCD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4FDE8F7-D573-F0A6-44D7-D3913A7C20D2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1008258-E723-FC70-0354-C0014E515A8D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D19D344D-41E6-91BF-D8D6-BBAD6E2C4D7F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4B62464-B6ED-8297-6C33-393176ABC698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F5F5BFD-C662-E3E9-1370-B5BC7CEACE3F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8E4D7FB-F4A7-17A1-5498-66ABA52AB7EA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B043F1A-8F19-A5B1-D034-26E643037471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CD1914B7-4502-0316-378B-DD7800E3E79D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DD7810BC-7388-AFB4-26E1-BB039A86066A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B172BD0-56F2-26DF-66D8-987DA4DEB477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DFBE56B-5A24-B10C-41D7-BE7CEC8827CE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0B211AB-CD9D-7D84-3A1B-38EF667ECF0D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816D1645-E26B-195F-F55E-37C441EE3368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CC823A71-7594-6A9D-BFA6-81FCF8DACE6B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4D0BE0B3-1030-1B8F-13A6-C3685255EBF4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520EB706-196A-5D96-FCC8-D125F6000DB2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C60AF7F-F21A-34E6-F0C4-2336E8A70D82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2DC1EBB6-12AB-E154-6501-39F6CB1C9357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57463BA-9927-9CBF-6EFF-67B080567191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C6F15E7-570D-F44F-1873-711BBB47DE60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53647A32-9079-AE3B-B440-6065D539A294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A62ECBF-F191-725C-B7B0-C263C2849D08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4083DD1-E4BD-7871-942F-1CB9F7AF8EDA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CE0FE34-7D3D-56B7-1D46-E95D1CA59E01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8596B63-07CB-ED5C-0894-D90A9336FB18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396B73F-137F-390F-DB05-53E6B5383155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1FD6E3C-4116-4D7A-8E32-0B1ADCE32189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BEAF167-62BF-A387-47A8-3FC2BCB8A68F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E3640D5-7DD1-A250-5D7F-2EBC388C1F91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142A25B-0C60-9FFE-2889-3ECBC21FA875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44CC300-54EE-41CA-EEB0-7FCCDB3C3C4F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4BF0DF7-20BC-251D-13E3-C2F07F9B1DDC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3A168418-5A7A-7F06-99A8-789B3C8B3CF6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D6FE97ED-9D5D-CEFE-1CF2-D5CA269B6476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4CB8CF1E-A852-CD94-8183-F99FAE9163CE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7E86C35F-C452-A753-A51E-62ACF4454210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13455941-F8D2-ED27-AB24-21E6292891DD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6EF13B9A-3C41-DC5A-8143-3CFAFE04898C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E3A9924E-4FAB-737B-E167-4F8CEA3E4731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4224AF01-F5DD-9430-0446-F68D9263800C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41C11A9F-4AE7-D8CE-02A8-1AD795C99382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A1F8FA10-DCE7-2B40-EC53-004B2294275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98457143-B888-F215-6BCF-F84143666336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34F5DFB5-894E-DFEC-A3B7-E38FB62212DF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E34911AF-02AC-2470-5DFB-5B75C30C4BDF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371E33B4-06D3-6BA9-0E3C-37D250F8CE1C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B128CB6-584B-B008-3CDB-7528B9CAF004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515B961D-633E-B054-0F02-3C37C78F8CDC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25C7F334-7319-3A8D-607F-C9428D7AEEF7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59C9838B-78F5-92F1-B673-E89D3F66DD54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19C30A99-7E4A-85D7-A9CF-DA72068FB02B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DFCA3E8-D7EC-6EFA-EABD-B4CA2B7334F2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CA63ACB1-3688-B7BA-014A-C767F7A38E88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85D717DE-72C9-F1D0-3F76-3A7AE47623EF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182EFD87-59B6-4209-3D08-DEA736284DC2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ED6A3635-CA5B-BC54-FC2F-7D37B6241775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23BA62F7-E8F6-98ED-57FC-8CCAA0A96FDD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615E9B0A-762C-F9D2-989A-484F07464C46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AA1F6A22-0E2C-B7DF-BBC4-142A7501B992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A31A424D-B3B1-F0ED-2E82-B6F44B21D784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30A30255-5909-87DC-7324-D1FBE17CDC11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2FEA8FF9-C28E-AEF4-D7E2-935D818D3BA5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D5CCCAD3-A500-C4EA-4989-1100E3EEFFD8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0EB3BE68-B10E-9C86-5953-64913016639F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73B42B17-5D7B-FB05-3F92-FE04EF2F9FA2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F1094F92-78D7-AAC0-733B-591855B0F17C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B08FC86C-76CD-980F-3E2A-50BE629450F8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0056F24E-105F-12C3-6087-064D92915F48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087A8489-19E9-7EBF-1A4F-9A4508732957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9544184F-9852-EFED-1309-87C0E049F4D0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B5273B41-A6B6-F165-7C1B-D99D93197482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5560F902-DCE0-68DB-26AA-19EF75DE8AC3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E23FC825-8328-A068-B998-E53D19F89CC5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65E0D610-D6AE-980C-F580-E27041AF6DC5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9F669FC0-71A4-88E6-BA5F-4FCF570F683B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FAE43257-F33B-5A5B-CE02-405DB691EF0D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9EDA8FE9-450E-AAEC-F6FB-533BAAF4C104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4AF619F7-C92F-60FA-D7BB-329C44621408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61994F28-432E-98E9-6C7B-E4B0F9490D96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D0BA8014-9893-B9B2-F7F5-6BE32536F80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F641A365-FC1A-4D4D-016D-C5723C229EA2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5E32A228-EBE6-F774-4088-74D2AA06AFFF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D56FC559-BF7B-CE8C-B9AF-A725175F0B21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DAE25A2D-B353-8F1C-20BE-4FE7C5A49503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ABFC7EDF-0259-7CD1-8436-5DCEE9B62618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F0ED7F78-F13D-E63A-63C7-A2D828BAA496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D7F49BC5-AE0C-DF58-E35F-953998F18E02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3AD609CD-032A-EA95-5AD8-65A85573F4AF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19DA2140-92BD-C958-A1A5-0708D6286B64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62FF1129-3096-F663-80DB-FCE7026C11A8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68E24906-BAE9-A6E5-E6EB-83900C64EF94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040F45AB-B667-3C69-2F57-A18E5B88A1A9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B8871D51-FF94-D6D1-0E83-7FEFA294D3C9}"/>
                </a:ext>
              </a:extLst>
            </p:cNvPr>
            <p:cNvSpPr txBox="1"/>
            <p:nvPr/>
          </p:nvSpPr>
          <p:spPr>
            <a:xfrm>
              <a:off x="2095320" y="2118396"/>
              <a:ext cx="2401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001459D0-CBAB-7266-919E-BF031DEF0C92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D9AB4B64-4B61-CEC0-3C1B-4A98BD317309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1D3CEAC0-E56A-8B5A-8268-60A186CE01C8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60C7991D-2218-3C54-0765-26A18D113B75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819B44F5-E76B-6030-A0B9-D8931EA8EE68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713189C-3D6B-792C-6CA5-42000D248295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C4931CF9-ABBA-3FB9-6CC2-FB09E347B216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738A4E3B-3960-0D48-C77B-4DD2B100B09E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5A41D5C0-469D-0A66-68B0-CD0498C9AEBE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C91FDB4D-4B06-43D2-AE42-1BBE55597A44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A5CB7BC8-51F9-B54C-B358-8F0D5B45D308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24B610FF-837B-B19A-569D-46AB753BC7CD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384A0EA9-92B0-8AD0-878C-BF4FBA32CDE4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48EAA38F-249B-F013-E060-78EEDC079C60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172D71E7-6378-49AE-F19A-20CBFD930787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DCE976E8-336A-79B9-8494-61374137699A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4C74BF57-5989-7B5E-CDA7-E1EB72AFAA67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8CCEE6AA-451B-BEAF-C659-FC0695C2BEBE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6BB8BF2F-68E3-D41F-9FEC-253DC3F41B43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176DCEBD-0589-F44F-CC28-2005F64A0CE7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51DA6ACE-030B-F69C-7FC2-1BB6425AA1F8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3B97EEA4-2DB2-0DED-3EF0-79DED7BDA44E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15E171B3-1E76-63E1-6263-182153D71597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10760A11-8865-2E0A-97B6-A8F151168D3C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FCC3098B-978D-A704-34FB-E8FFB16E8AC2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C3912DD8-0B2F-9F3B-8DBB-0C16F481833F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A0C5C108-E9BF-9479-EEFD-CF73664FEB41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475E3182-E123-0133-1E4F-732EA905590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2A7BBA56-CCCB-3793-35A0-CF219EAB3C7F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259EFD16-8200-161A-32CE-C3AE1EBC0C0D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3FC9F93B-CCBF-0214-4CE3-EB2C88C72F97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274843CB-926D-715F-37FB-71F1F0879A14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86A91823-C2B0-7B5A-2DBD-623A85C88D8E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8DB612C9-06AE-06FA-02A3-ACED3B54B04B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3DE0AAA4-C73A-AEDA-BA66-F4889A79B3D2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B2A50DFC-7856-FAA2-6316-9AF4FAA8A499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29BA9863-61E8-0498-1121-72FF0DCFFBED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73A6F626-3A09-3ACC-B0BD-1FE13AA07540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23D3E82E-B556-DECF-A160-1E713480502E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85EAC639-8543-1270-9E6A-ED3AD4203ACA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F3943DFB-830E-99FD-54DC-0EC9027F6B2B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003A3807-7173-0EDB-A191-3D41D005BFC6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20F12B69-8AB9-E490-D04B-C76D02E71D8F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3AB0C524-DA78-019A-CAF2-BD638F4D501C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3E118962-5F84-CD27-5F98-57DC24EE494E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17F020A9-ABCA-9911-ED2C-7569C4973D11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0EF432EA-EF99-DB49-2737-37CC542B90B2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070D2FEE-B9F4-B257-5E2A-A1E0DB474AFA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D825B276-2F67-C6E0-48E4-48141A5D3CD4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CF62F6CB-D211-897E-6380-00C240028AA2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D2C82326-FA36-BB81-4DAD-1A5D28AE7C74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C7EDA119-BCD5-8145-C094-B1EEBAF77121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5C976B47-82D7-76C6-ED67-1924CE69150D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2B85DE65-4115-B471-C672-7571967E4B1A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A178A849-ED19-651F-7305-F5A119CCFB84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E97F168A-4FC3-4007-005D-974B0CF5560F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9E33DF2E-FBC8-4BBC-795C-C863C65315D7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66222D1A-1644-B417-B333-1F802EE9D170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5A1AB94-A3F5-706A-DD86-645B6A3B9638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1624FC04-5BE6-7DA6-8588-09B73C2C8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5E4451D9-A0DF-D877-DFA7-E7D5727579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F3B5DC3-0890-8099-7D86-326F0E39B62B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7C607C-ED6B-FF36-1FD7-74A5CB3BA501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1662A7-0C5E-0699-D406-1E13D4CD7AF5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410210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C09FB700-8E7C-7178-F3CD-AA32481B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8FD1E547-6B87-2D94-B4F0-F7BC84889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2D2B628F-D4ED-C5C4-E8A4-F08EAB19B14B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A7619908-CBBE-F74C-9408-5FBD9D98A721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EA00F9D4-E454-BD14-4F92-F790BD9F7456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D7BD763-BFE7-A7EC-3F89-62C6B7E60FBF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5B631A9-FBCC-1DE4-329B-CE90F47B0B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03904CBD-9615-643D-8848-E7946361A424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420414F0-C6B9-0212-87F0-E50099D1C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C3723EC-82C3-287F-2369-EC14B9BE8FAC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7C59056-A08F-A2B9-362F-D3637A7FE93C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DC4D50E0-013E-A0C1-0D82-62E752DD1291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CDF2D86-FE28-F2AC-C6BC-65B352F996C4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89F8470-F1B8-2578-C704-42C33934CB8C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EAEB835-C829-6F1E-8EA6-A4E464CBC73E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01799C8-AC25-3522-52E4-B105EC1E0FDF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52E5AE41-82F8-53AA-A440-E3184D234AC2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2880F0E-47AD-39B2-9FEB-C08723B05F00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F1BAFBC-35FB-DF7B-07C0-C0F7C75F94A0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B8405C77-83A2-EE76-CBDA-353DC913D82F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098C23C-65E1-0B71-13F8-FB03898D81F7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BE4648F-590D-15FB-9BA4-81B5E91A1055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404B16BB-46EC-1507-8F63-B4193ECF7DCC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3EEEE991-B44F-A294-6BA2-A0F7A7C65132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AFAB3FE-2AC7-3452-E3CE-8E39A1808E1C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523C70B7-4B7F-803A-A427-2944D9159DC9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C773EE0B-5C2C-D5F9-70C1-30C6544B967F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C3B03FA-A2EB-4F64-B689-6BF63BE35452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D1F87F5-ACE9-6056-69B1-E15225ECEF6B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F399F012-3B4E-68DF-D72A-AEF0ECD2FF78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B7E22E1-A3CC-CF7A-0293-7F25A82EF8E1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1EDC514-98CF-D8C5-3EA9-43284C8CE266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DE7E65D-0D14-686C-5EAC-466C468C1C4D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ECFB5E9-656B-6229-36C7-EA15031AADF1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364A801-F324-6809-27A5-51BE36F62BFC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1456CCD-56B0-257D-295F-48145086753B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8EB38D7-D7EB-FD8C-3C46-598EB2DB3C1F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91BE038-26C9-93F9-D8CB-6328F75628C5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138BD8E-C057-D1B4-97B8-A58CA660BF5C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2868E27-BABE-D79B-8F92-AB8C5EA6414F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86CFF38-0658-2E67-2462-E3B4FF89BAD0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0DC3CF49-9774-68EF-40DD-6F66798BDBCE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B61626E9-A457-D288-8F2E-B93C47E670F9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C6A5B47F-77CD-B2EA-1100-FFD6ED680ABE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579644B2-7215-6EFC-8A2E-1A989E96A93D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BF5BFF85-9650-7820-2E40-59E2D3E55BC8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EEB27152-CB0C-3C28-0A2A-B882F866B8FA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1EFA243A-8C3A-3AD1-1D2F-366C8EE3BEAF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DBC6C50A-9943-C3B5-6081-FD9B31D2951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FB83A00A-9023-C805-BDB8-6D3E189E7A54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A47F23BD-A6AB-5A95-E8D8-113F436B0CC2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C5DA5234-5E95-E046-D2D0-182ADD159FC8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491CC4E3-BB0B-75E0-1F3E-B1215D9A9911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8DCDA0D6-C0A7-F783-8E4D-5A37A6623EE5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C0CE60B4-4DF0-EDA0-BFB3-3861D2433CA2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21A95130-1F81-3628-39B9-F1FE664C9976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A3ABDA93-CBBD-6198-876F-CB2DFD15E0ED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436FBE39-891D-FC8D-D1C7-E233F470C492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1F8A88D0-48F6-6012-ECEA-DB8F4A7432DE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F22368D7-D56E-32BD-692A-7B2FF2F6F6BD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369F9F8-F439-3704-14DD-0754F9EC7A99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439A85EF-0612-1E65-95BC-6405DB002818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BD49D522-A942-30B4-1B76-EFD522D4FDF3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5CABBCE-9C6A-A395-547F-028697E75418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A38EBB3B-7944-527A-69E6-AC000177E3C9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B680059E-20D4-FE39-217A-524383041173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CB8779FB-BD3D-3003-98F7-B3309BBB5794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7FF0DF41-B551-20C7-6995-9251EFAECF22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D085CC13-FB65-0C20-01B1-F9F74B4ACE98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71A4ED17-5843-89D4-3344-D24B01F3C5A1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17EA0B79-39EC-0095-DCF3-F07627E8638A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480311B9-FA2A-CD62-6B77-509202D59733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C8454CA5-6E67-67DC-5219-16A7D3AA5211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0F783975-472A-ED11-098D-D3B4AFD3B63B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D3345A8D-0584-4C19-B0A9-A2CF8B7B4FA7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BCAC1CEF-7839-B46B-F1D0-662391857F29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8FECF93B-681D-BFF6-877A-3992E8B13D9C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298E8917-5E3A-D1AD-F999-0F613F7471A4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81960994-5AE7-2816-B49F-DA3B3595464C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11B94D2B-3341-135E-508B-90DEA544914B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8E9F3202-F976-7476-5490-0D0718705B7F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A132930B-A9D0-2913-9D94-7F9AD9EE88ED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E8BA4AC9-1685-6137-698B-62E8992FD637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789B8D9B-847B-4569-F691-D5478DB8B771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6C75252A-2D4E-E9D2-9EB9-064EA57C4043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9079FD2B-5B3B-7FA0-6D8C-ED1053A89B92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8E6455C5-FBD8-351D-D1AF-C332814E2BAC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1040A6BE-E84B-051D-1BA3-A22E8E612C80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32A38243-B46E-1C8A-4713-DC33651ED574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19E88D1F-9E17-840A-984B-4B701437C676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A9FED4B4-BADD-3B01-DBE9-90B40E590097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456055E4-40F5-54D5-962F-A4A78C8B41F9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5D10D443-A8CC-2E5D-A396-A82E9EFF5499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8771059C-5E7B-A43F-BA04-337A6C2FC85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A0B2EA8F-B392-0DEE-C15D-C59EEC4F78A1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09F86118-AFFA-E482-C6A1-8948A84A9FB1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F7F231F1-5319-4C14-632A-362DB9E74D0B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1C785AAC-C367-E1A9-BAF5-547828611E3A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EC0EB286-231C-2B7F-771D-A913A9149012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D3A72090-FB9B-52B7-274B-5F4809092B07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02C92621-75AF-4D4E-2A13-73B69EC06981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32CA2148-3FEB-1E9A-90D3-A9C9E030B93F}"/>
                </a:ext>
              </a:extLst>
            </p:cNvPr>
            <p:cNvSpPr txBox="1"/>
            <p:nvPr/>
          </p:nvSpPr>
          <p:spPr>
            <a:xfrm>
              <a:off x="2095320" y="2118396"/>
              <a:ext cx="2655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B3F73250-D35E-58AB-889A-952E79533080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DC1ED0FA-A9F7-1AB7-4BB5-7B28CF25E19A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7CA3E4EA-F1DC-3AA7-43E3-E9A3C2DC7B42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F1AD5B17-C4D8-33E2-7F12-F4BAD08593CD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F1199281-802C-AC20-E022-B414887979DB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E0425F2A-0B0D-49C5-D939-3976F3319C34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770D800E-8CCB-80D9-12A9-496B9378CD08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EDAE4DC7-9E6D-3DA8-2742-E2978D0AB19F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1D0A0787-47CF-F3E2-E16E-CFE03BEC73EB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FF4A954C-7FD6-6C42-D0A0-8764A9E01021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3AD9D750-8B83-86C4-1799-28290F62E94F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DBCD30BA-AC16-408F-B86B-4F98F0772D5C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0E46F106-58D6-958D-BECD-413A7DFB9D40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CB37032E-3C5A-FD2D-8AC2-B06E50A2AA63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C5CD9282-2B1B-995E-641A-5671E8E5DCFF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58DD3FED-06C2-842B-FAD8-545977F3ECBA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5576EA29-6A6F-E8AF-7355-7FD77180E650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897C6256-63C4-D31F-EAC7-DBADF4EA1FC1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0C8752B6-8D8D-C5BF-3B0B-22790293A502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8D3DED38-8E0C-B3CC-14E8-1950760BA0E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A7E195C1-C620-236B-3625-E334533CD81A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8A7EA901-52A1-0FE9-DC97-DC48A4081E9E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2A19A6F7-74C3-744A-E1DE-3DEBBBCE8368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79D94DA8-4B65-4303-183A-4E87A6731C00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516AFE3B-2A26-4451-8BE0-45DDCF35ADBF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18F74126-7054-CDA6-2B1D-4776DF61DCF1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CDBB7EA0-1618-5DE7-14CB-03E20F1AA388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47248C49-6B88-8D0C-8226-0177ADD8480A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1753F274-7BA1-3F26-E9B6-BD123FCDAF22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8B79F83C-7357-36C1-B97D-88D8B53FCECE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0835D5B9-B2BB-4CAC-D76F-AAA91C4FCE5B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8D311682-89E2-5FD0-5B6C-6ED77B0F3A93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E739DFE2-8E4D-066E-A655-63AA02A15F1A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1C58DE7D-1EAD-D560-1CE5-D552293D0A0A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A2AD7373-1AD8-AB1D-AF8A-A47BC0461C87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35A51986-A0E3-9B08-52F0-8BFEB7000C64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D4DFDEFB-27ED-A930-1F04-6459B9183AA8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F4A7A8AC-E51A-ECBB-F6B0-FD45409846BD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80C96357-8A2A-1EA5-C5FA-3CCBC401FFC9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02835408-5908-1405-CC04-7B5F2C2CFAF7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AC6084E-6413-E28D-10C7-ED558E0204F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23CC13B3-85DC-9E8E-390B-6CD63265D80F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CA5BDFFD-1575-71D3-D22E-2A6B95251456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5E5A7434-BF79-FB88-4B9F-8B45B1CD7156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E1E9E984-67E0-8580-ADF3-07332EFBBE96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01C1A015-B77C-46E4-0A60-26850BFFAECF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B7282245-845C-24E9-721C-B418FC913218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87308297-890C-A7BB-F7E1-EEF07E94E0D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CAD9F07B-CBD7-995B-02D3-9FC86185DE1D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0D895B3A-4AA8-555D-D767-C7E90B0DB387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14051AA7-5451-F30D-DD5C-0B60F2D4E9BA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299B6E6D-DFB8-CA27-72C5-CE09EDB8C118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526B8F53-9241-24FB-496E-6AA94DB5439D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C75D5422-399B-3373-174D-98E149344354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949115A7-3089-D4C5-E5DD-86A8228E6384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DBC286EB-128F-7651-4E65-5D75801B17EC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0A9EE4AC-19F7-512A-0ACC-C55104D46C45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3930CE43-B488-5222-9A02-5FA303AA4825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A0B47AC-B6BB-CA6C-38D4-DFF07BBCDD72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FF79E5D3-FAC0-D5EF-396C-40665779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090B4F69-5841-555A-3BF5-3C4A380A85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17B7FB-53BB-E7F2-9B9D-2098E3B941EB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9DD5A-A722-3A78-F044-5DE9B1F91D0A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DF1703-22D2-3829-3463-3D321EB3D4D3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2119253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9671F086-8483-FFE6-5933-3D8CCC0A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72F5359F-A7EB-47A2-70A2-468C98FAA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24833732-28CB-A082-36F0-5A0B853E36D9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6BB0E48D-5F41-32D6-A7DD-12139C7CEF85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AF9FAAE6-3753-D664-8086-A6B77D075E84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5C0BFDF-1A6C-AF88-43A1-400B4A72C37E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E8C8801-E981-CB39-2C66-58ADE9012B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E5D83919-812B-AC81-D044-FE68362AB40D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A27B41E3-8207-13DD-0FEA-959E80B19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413B278-2510-81B7-CE95-01D9B76F2729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300FDC2-19BE-263F-6CAE-78B720A40082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C3CD4926-B0EA-CA90-3806-F90D18CA0C2E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83E6497-5809-AC9F-0A6D-F722055F34E6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9E5DFCDA-FA58-CC14-74E4-587D9343D835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7042876-B115-F29E-8025-B671A9CF6986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2B067C5-E388-23DD-3F6F-68CEFCB1C800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A6D84122-55C5-172D-5C4D-4F3CF4534FEF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E75DB74-2902-F6E9-52DC-5D24D92850C0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7410904-BE5B-479F-8CB8-9248370D3ACB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EA201FB-B12F-EC12-AE83-4CC9CF6E7E57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71D2DE0-3D4C-AB77-ABAB-55A2DB94A59D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7B66EE7-22C0-4C93-EA30-A973026D1BA5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0EEE38FC-84BF-8E63-77A4-9C033FA5C56C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28BA84F-9DAC-CDA7-E6D4-8B9860D9FA50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43A8B865-39FD-C66E-A9FC-A688182CBF48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BD0ADD17-793B-EF86-3364-FD6A8085E541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96A98FA-99D9-8701-84C9-9F0D0CF6E719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1D3E584-CEE3-FB12-64A3-C205422082E0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CDEB922D-CD22-495D-3560-A59031F127EC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BC04AA6F-9525-963E-50E5-E4D16B015701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5CFFD18-4BCE-0200-BEE3-04D22F7214F0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5D2CAFA-8D2E-3B58-57C2-4896002EE3DA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02E041F-A6E9-9618-2019-241FE07EAC6E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3780067-5883-4ECA-4152-0E70290D6127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68F8E97-D96E-5BE6-E416-C3ED757C4E0E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9BC80A6-B639-4516-C645-B526A5B53B79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39E3C1C-FB4B-943E-3C19-547A42FF0507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936C054-AA33-222F-CCB8-71F37617549D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55A3121-1CCD-278C-A5F4-CB818EA4ED94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7CC1CD9-97DE-BE72-44A2-4333B106E88D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3AD3221-77A6-1610-B31E-2244675AC478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BDAFC4F8-CBD0-03C2-AA55-A10074FE2389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AF718DC5-2215-D932-1F0A-A14FFE2C1776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18897125-3752-7AED-4391-762E98559428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646DFF2B-7D8E-06B7-562D-7A44AC7CDD69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85976DCB-70E0-89A3-75FE-2ED38864262A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3AC3C30C-30C9-AAA2-9B1D-DAEF16C40841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4CFDDB2-7D86-C429-AB41-A719C478BAEF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7894CEC5-CBDC-2372-6427-8FF1D5AC8E36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4326DF35-CF3B-825D-4D3E-CB39CC61846A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DF19277E-AAAF-7CC6-86CD-13CBB4EBE128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765B0D75-EDCC-1315-5366-88028CFF416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B28E7286-6070-CC44-C77F-8105198D1248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779BAA2-58F6-3A78-037F-2832A1ED98D1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2DDC9B92-264A-C19E-E685-815940CF04D3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A0B658B7-D31F-BDB3-2865-8B31B7956E8B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6159DE7E-6E84-86F0-CF28-35C07523F3D1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2F0BA4E6-9008-CF25-2889-E88ED201731E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83116F1A-B2D0-5C9C-4F43-2F470C9A725D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E0D3DA53-BA3B-B371-E4AC-38EBC1041830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0840EA7B-D6F8-1C8B-0555-FAEB9C97DCEE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9D4FF4A5-9412-07C9-629B-561294690836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F5C79542-AB00-7325-30E2-5BE598355B69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D23B9D7C-70C5-B88D-01D5-03C9FA2E8AFF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FD46152D-9441-AC2F-EEA2-314928181205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91930E35-E729-C7C4-DC33-7C26339644AA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00FFCFB4-DA7D-B7F0-DE7A-DEA34E1918D6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09EB8B52-79B7-08B4-6547-6FE447F7A151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69970931-BFB0-9A29-EA8B-0F5D1D13CC33}"/>
                </a:ext>
              </a:extLst>
            </p:cNvPr>
            <p:cNvSpPr txBox="1"/>
            <p:nvPr/>
          </p:nvSpPr>
          <p:spPr>
            <a:xfrm rot="20575313">
              <a:off x="3553016" y="308283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part of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2B77BF96-4AD0-3CE1-77F0-51321E72D1FA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5AB244F4-9364-1AF7-B3BE-AAABC6FE736F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8DF7B1BB-F7A7-0498-DA20-2374C5F5294C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4A12EC5-85DA-4444-D85C-3110CC114DB0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E7950824-D9D6-1B0D-79A2-819DA8906FBA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3534A316-B64A-B17B-E162-015671D335D2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086EC29C-5F72-F38D-D00F-8ADDD82DD8C1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AF56B19B-5151-D9D9-D9FF-375B59406AC8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1D3DCD47-4FD5-99B4-FA40-25CDF1EBB464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3A607760-E843-EC40-EF83-848CB0AA4478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FF8EDA25-A31D-B926-5F44-C4C7F8D4FA37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C2D5C85A-93DD-CBBD-C15E-8C2EA8636A70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736D3EFA-400E-4AB9-B31E-1ED6E1C6597E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B5F2AE62-12CF-EDA1-6DA3-7842C4AB00BA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F8A094EB-8AEF-0805-5546-813ACCF799FE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983FB1FD-B8AC-0FB3-D3D7-FE578B078127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F8994592-C2A1-04B0-390E-9B3609EF6BE7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62504326-4C35-D23C-4499-84880A313C30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8FD991C1-96F5-63CE-F366-B3BB9E5A3313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8CEE314F-C10B-333F-5F25-2B2EA2E521B9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3630730C-AE90-BC32-63ED-3C2193AB3FA6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B2DBE663-CA1E-D0A3-B931-23EF18C1E3AF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E669F31B-78DE-CF2A-6A85-7E6204195CC8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4096FA1D-689C-A646-CC45-852C4651443C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29E00DB0-17E0-C080-8494-0C377043B8E1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3F85F3B0-547A-EB24-CFF1-25B8073829D8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25577CA4-731A-6AAA-DA07-43E8A4624074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8D28E975-1D22-E644-B357-3D5F014ADD72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454934D1-7E89-A383-5CDC-694D601450F5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CE7880A7-A9CB-8F71-83B3-45A626740979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0C61FE94-0DDE-555B-3716-1F23A2A94185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BB5A9F1B-0FF7-6592-0279-116678DE7330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764D31DE-6169-669D-B967-9611B785165A}"/>
                </a:ext>
              </a:extLst>
            </p:cNvPr>
            <p:cNvSpPr txBox="1"/>
            <p:nvPr/>
          </p:nvSpPr>
          <p:spPr>
            <a:xfrm>
              <a:off x="2095320" y="2118396"/>
              <a:ext cx="2570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79985F6-AD68-ECC8-F089-F1820898C670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675533BA-E583-BFE7-AC01-24F655398954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58ED64C2-7548-48CC-D830-C818B450A9D8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C5A9F285-ACBF-242C-31D0-DEBA9CCF8191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E016F1D8-5116-B1E6-2CA8-C291332A22DE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C13C1C4-41A4-857C-6DBF-65F122533546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014D5F42-45EF-EEC6-6DFF-AF2B8DE233D7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173CF06E-C1A7-1ED2-EF4C-F5DEEFA8F3A5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765B8200-02C6-578C-E461-0B6A87ADF0A5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EC7957F7-94B7-C275-0ABC-F918C6670D0E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85440EBE-7938-4D97-3202-B53171B07946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E4E5DAC7-A9EB-EBB9-A67C-0EECA29BD97D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D0104F92-3C00-A527-6577-3AA9FE8D38FE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4291D3F3-C646-E157-FC5E-67CA9C638807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FC918EBA-D341-FDF3-BB19-F071E9E84148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0AF014F5-0106-4B12-26DA-5941D11AD25F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CFC1042E-332B-ED66-A75A-C66C2C9CAA09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653D1276-91E2-9EEB-5677-F443F98EC5BE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E31AF3E6-1E4E-C75B-CD40-C1D2F33FB9DD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9EB652E7-0258-6566-29C9-92D3E945113C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85572AFD-3EC2-67C3-C19E-0D729B64C785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4AC11A89-AA65-51BF-B899-BA2BBA486ECB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7C3C3AD0-906D-CA15-F29D-A8690AC234AE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7051A2E3-1FAB-FF98-09AE-37FEDFB11AE0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6922965E-73DB-5F62-2AF5-965C394E1A38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EB4E911D-232F-2B64-A592-7742E076DD66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54D37190-DD5E-96DD-C5FE-CFE679BBD96D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36DAECE0-AE7A-AD05-9263-54473073108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7ABB4990-B3CF-8B58-F5CC-16B5F532AEAD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3952C999-9750-F821-33C2-B0AABEFE107D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FD89BA3B-D0F4-78F3-79C5-F3B7BBAB6494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DDB55E60-C712-4A54-E348-1A610687F01E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F95BDF6E-F365-62C2-6705-23B9FD20FDA3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2DD198B0-43B8-AE81-DD11-2617D315937C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0EBE7D87-E5DC-28F1-08AD-224751755C0F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0C922AFB-65DA-C68E-0C23-996E7F5A2610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2087BBFA-6325-AFD1-D034-5C7B1FEAEDB2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AB542D7C-8C53-005C-FAC0-1CCAA56241DE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75F8B2F0-69A0-D501-0136-09249752955B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A4FE3702-C6FC-9C6F-E490-2B72300ED0CB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8C810E18-8E7E-8390-81D4-313F7CA6A3ED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398293BB-4087-E25D-1CAB-8116D179EBD0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B9CB6BE0-518F-CD98-69BC-28E2536A362C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44C98E26-0082-A424-92AF-1C28C529B383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2F35B500-399F-811E-867B-D7C1DCADCEFB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E20E2230-4EC8-8BC2-C25F-DAEE9DDBD1B8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876259BB-6E40-8132-81BD-B11973ED72C8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6C1DFE38-DCBB-5869-A375-A7670112A6B1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CC828E54-E7ED-4B97-2793-BED244F0BB02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A3875D10-ED0A-A805-B1B3-B55943953DAA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EE4E8374-A34C-0F8C-DF23-9E74BF83B8DE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74292114-FE68-EBC3-C54C-1E096782479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538E8ED7-160E-C31E-F3FE-FC415E5CC9C2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B7D0950C-5161-91F6-B4BC-99F45FF40B28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D93564FC-AECC-C21C-3F7F-9C7DA2E96408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08AAEE70-4E26-E915-43E3-364B3CDDC69C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453137D5-4701-85B4-2AC9-31D4313FB71F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DF568FE4-6C80-3D84-B162-7A6DF4C14D08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7951DAA-582C-7AF9-6868-96A700A047EF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466CDE6F-69F1-3FF1-27B4-F244F2351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08989C9-7CB1-33F0-4908-62C6C7FB65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B4284-08B7-2025-C88B-10EB20C6533D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025C264E-5AF2-654D-4D6E-3F6C93A8E208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BA27DD-FD4C-769B-67C4-442D02A33AB9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BEF429-7AF7-AB6F-FC47-4C8711306E05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2507794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0182B65-86FC-E3DF-A4DD-E8EBDD1E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5FC36610-5298-F0B6-74D0-CBB949364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4D2467C3-7DC5-2092-9B0F-84900FE45AC0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11F234CE-3BDC-A1F9-14CF-BE6C2FC25E16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D97F0C46-7785-63D6-6332-EEA8BEF3B511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29C0593-7AA0-822C-545A-2C7723200462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0D7EEE6-9003-89E2-F4C5-42C691B46C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E5E187D7-7213-7CAF-08A4-15D9F1223831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DCEDE010-0F1C-89DC-5606-E661AE0AF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E13FCA3-8079-C80C-4623-FE6E5A9475D4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E698908-E292-E8B6-3C01-A7854C83A80A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D7BDE0ED-00C9-35F0-5571-CA30B0EFAAA8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9DBF604-EC04-999A-5C7F-BE6DCF3E1122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D510307-68C2-E3D7-E1DB-AED82DD3C5DD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1B904A6-5749-8AA7-860D-6D55B1732F21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2725AD3-CED4-8D96-2490-7C0CBD0B1D4A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EE412247-5442-8CCA-D3A3-1F55C1E5E4B5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BAC6955-53E1-BF61-B9AF-D04DD9B1A7B7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4BB0EE2-3793-1064-98D7-22E930111E53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45484826-1192-0771-B2B4-3EEF5173F7AB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50C9432A-F7E1-8CAE-F623-1363C4940C95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DADC9F9-653E-8D12-7FE2-D9ECAEA0D518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FE9927D3-9552-ABB3-46FD-7D86DC411FA6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3FC8139-FE94-26B6-40FD-97355353380C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E419373-17E7-EFF9-A9D5-20006264F1F4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9D1BAB61-8EDE-F443-CBBB-DF5A95C678EE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90C9FD9-D4C0-C3F5-08C6-C85EA424DBF5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3BD0E141-C934-33E4-8A83-4C9E03D41EEE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C2334BDA-7CE2-E745-E58A-5AA18880D6A9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E1C8CF67-7F3F-1FAD-F415-44EAE79DDFCA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12B50CA-30F9-6689-2BFA-235E7134C97C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2348967-8220-1615-CDC4-763B6D42E2F5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1499A6D-9955-1F8E-95D4-FFE0CB0CBA9E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FAD3037-77FB-953C-A6AE-34428EA9F343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A747698-0425-9E6D-33AC-5EC35CC0B4E7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850650D-FDBD-9862-2F21-7710D2FC90DE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91612BE-330D-18D4-8252-6803484DA403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E3F69F-15FA-BCC0-06F2-448F69E43DB6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3AE7A0E-4C28-F22F-9646-8FB03C7C8793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9270B2A-1C6F-3120-B9B3-6C3DB154B383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42A394B-9273-04C5-CF6F-04ED85B90813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F5D05B91-AF64-5928-BEC1-15BF84C3C51C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A791C9DE-5C24-CA64-1673-E4CBCDC29662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E4020C9B-80B5-1009-A59C-E85172CF0385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7D05BB0A-F5B5-7EBB-FD42-D8458DF32E75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C04F1388-3ADB-92B7-1F44-1CD85BC82ED3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0960C12F-69D5-08BE-3A97-EAB906E899A5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C028AD26-C9F3-C31A-FF72-75296A96D9AC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C38D3B36-EE3F-11EA-9A2B-A1560B7ACA7C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0FF91952-B345-BB2F-2057-C46DA821D319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E837CA2F-051F-2D1C-8BB4-F9DBD6A224E3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1F76334-A96C-4BF3-248B-54CEEE8BA44B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5FE73428-6872-D5D5-0C7B-B52A9C315112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7E43D085-D8BA-5832-1D6E-ADD824315806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BB16032B-CF04-0C65-C834-6669AB5E6445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F1CB9F4-670C-A5CE-F87C-86C672B0918D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5A800BF5-3EB5-405D-0624-25EAA4943ABA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756BA208-E729-1F0D-1976-D80356E56048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E292B2CB-019A-3E96-38D6-1A171468AA80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76D51E24-2EBC-E78A-1F88-036AFA2653D3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56934995-8985-1588-D8B2-A7FE5FA52FD0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91469A71-0E17-EB28-70D1-F7CC29CABEF6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14F19D00-DEDF-8302-5C1B-E9A44A7A4795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69F09F18-E330-434B-97D6-AE9D50C2F707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88009211-89FB-7497-6700-152A8BFECBA9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BAE07A75-1FAF-89BD-57F5-FC1973B8C771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2E5858CF-F010-298B-4D03-2ADBBED06E68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9BF06C6B-2349-738E-87CA-7F846508DA58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FA70408E-AC8F-38BF-3BA1-B512F76B375C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E47F8DAE-FA3D-72FC-7B31-4C6B4797B0F4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CF1A055F-0A7C-D876-4FA1-D97AF41D96E0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09CD45F-4667-A840-9125-6E9F1E433B3E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41D3E61D-42E1-E61A-3BE3-679344A1D954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B052BCB-88A0-E459-576E-4200AA207EBE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DFB9D01A-B5E3-8FE4-F33C-AB41533650BA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3C910A18-8415-00EA-D5A0-2AAADD17D067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D36D2744-53B6-7AD1-894A-FD5B8B851AC0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A89AD226-7693-F029-50E9-F44CBE142CED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DC22B795-23D0-3959-BF56-4BA61B99124C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80BDEF6D-E289-EEDF-0429-FBAB8BA03C48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FBE77D33-E8D5-4C36-23F5-F40AB0DB5BB5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6BD93529-3C6C-FC1E-AFD2-CD29343A85B0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8B2899B5-6AD8-61A3-B7E0-CBBA8EBC171B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9FCCA950-9DC5-308D-7974-71F883FC45EF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147C6DF1-C584-6E99-12F6-8CB58FEED58D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EBEDCA49-2DCE-F528-9314-80A1FBFF3FB6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D1C52E34-4F55-3185-B78E-98A1A4598135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46339B28-0408-E9CE-C6DE-4AAEEF24EBFE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DEA229F5-B8AA-8464-6FDE-D9301749D7A6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B59BB08D-C8DD-793A-55C7-42DDEE4970CD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30245258-C8F1-D71A-A8FA-ECDDAE08C528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3FAC1855-2766-AFCB-B8B0-90A05A117913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A695117D-062A-3B80-DEB4-196114D0B57A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DDF2C6AB-6CA5-7550-4A1D-39E380B9DF8D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F45ED4B0-331E-662A-A396-2278BD7B53C7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794622C3-4A5E-690C-DC43-09F0185BB131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C72E3525-C11B-F8CF-FF28-43A0B2C5604B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5C78245-8246-465A-7648-C630EA951174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D4856AC4-D45A-EB47-DF7E-268D6B91C0E6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5DDB4E23-BDB0-88C1-866A-D8FBDE8997A7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1C766D9F-A698-3918-BEC2-380B0B45C25B}"/>
                </a:ext>
              </a:extLst>
            </p:cNvPr>
            <p:cNvSpPr txBox="1"/>
            <p:nvPr/>
          </p:nvSpPr>
          <p:spPr>
            <a:xfrm>
              <a:off x="2095320" y="2118396"/>
              <a:ext cx="2655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BFDA82DA-2F68-BF51-3324-B5B401A7A361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EFED63A4-FF8F-8E74-4070-5861EF756A7B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FE184B7F-3705-171D-33E5-2AA493E1E658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7C68354E-2505-C03A-D413-902333C23584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82D5D990-EA4C-71EB-6762-2105668D50F3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DF189568-FCB8-4436-2AA9-E1A114E59F0E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3C757822-8715-F794-B36A-5CC90FA1283F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DA72FCBF-4395-8055-2005-7C54CE923B51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CC9DAA2E-0888-4F52-AB02-15F780465FEA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D903BA7A-FD96-FC4B-67DE-1CEBEDB66B2C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C405FC33-2B73-F894-9FAB-09935F863A77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F9DEA412-E152-DB41-5623-0310173A1165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C7AB5208-FED7-10C5-B2B5-3A3D4CA4A36C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8B6BCBE7-384E-F637-7412-9A85C213E056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FE37136A-9457-BCEC-C96D-DF0BD98E29B6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8639CB0C-3C30-7D1D-F6F7-982BC5E50880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796EAFB4-15BD-7129-87B1-A1281B6B5E2B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76143E6E-CD58-12E9-8831-3861EDDCC2BA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43057D65-35DA-FD6A-8944-69A9A7C04CE5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5D87A47D-9BC7-4D40-EEA4-62C1921D63E7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DC8C75CD-2F67-F920-3BF1-B54F0BF1910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EB8E4545-4C6A-5933-495E-9E72DAC41E12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D5A0E20F-67E3-01E3-D059-C5F29FB02136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99F1B91E-1644-4BAF-4981-5D6A4618FF16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443E4345-8CF4-59AF-8927-DC13374632B3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ECA5D005-025A-EE5D-B2CD-8FE2330F7C41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843A5300-B136-7DEB-6B76-4F00BBA9CC0F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81D7FA76-9620-572F-F9B8-7D3718CA9B0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89CCFF2D-8CF7-5091-F9C0-3C55D9A036A1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9D0F7964-2DCB-B15E-2D5F-6F21986AE6A9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82DFCAF5-1893-D98D-AD7F-7023EB5CA234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16069C0A-C79F-EB57-B0AA-F72C4FDCDB28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0FE5BEF1-0AA5-FF20-1866-1D9EA04E6415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15635846-23A4-88E6-C7E7-4109EF296917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68997687-0DBA-8569-4F75-E67593F952C7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9482AA3B-9508-1822-48C0-7E3B55BED89D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1A3578E9-FCE0-C315-8565-D5D3AE7EBFC6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F06BBEBA-8069-1653-2461-7B278EC8E139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EB2046A1-AE35-A50B-C9EF-6DF5BBEB2E77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E0BA9616-7A71-22DE-14CE-393B8AD93EC0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61070CB0-D6FE-B95C-9D72-58340A7F8713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E6D896C9-B8F8-E771-C69A-88B7F2BE3CDD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5C56D2C6-CBBC-28A8-8E5F-0B32F7A37523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4472E0D4-7739-53C0-C4BB-47D6F0DD95C9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66B4C628-FDE6-EFDE-5F67-82C4713BF347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8F299B7C-167C-4332-DA64-CC3C1DED6E0D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DB8600F0-A3A7-1BCF-92C7-A75DA712B88A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AF8DD0A9-7733-85AD-34AB-264E004DA47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B50708A9-8E20-39AD-E465-B9B7AC1A118C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33EBA86C-10EB-B03B-8881-018C254F96B7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B33AF4F6-80F1-759A-350F-9DC2A2C36945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DB7257B8-485F-423F-893E-CFF622AF07B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FA39649F-F273-2D07-10A6-A6F4B0259A11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FEB9E0F0-CA1A-0C4B-7DDF-539D68A00459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7B398C2D-C5EA-E0C1-5E2A-0F1509295AC1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2E851FD4-2698-4165-12DE-0F1418D477C6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73A83220-AD8C-2742-475E-F7D30A5A4B20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23F0C29B-3F10-3914-98A7-1BB4A01EA144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978CA50-8505-1763-6B85-9B6544824D18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403E06AD-9290-1643-29A6-7AC2DEBF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318A640-76BC-C296-5252-4B1CFC3EE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9F2AD-DBF7-F2F1-715F-12724C7EFB2A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DD3BC1B6-4943-0FA9-4D7E-724EC9A3798E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9BC0E2-5E58-CF53-B727-084992F0D531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FAFBB-75A8-4691-E303-9E5EB52FE517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3F437A-4684-A79C-67FE-4EC8E5437FF3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3323316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0080449-6AB5-D082-D371-A0F6B673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55DEEA3D-E764-310D-1693-1069A79EF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444B198E-1172-12E9-FD78-9D21D116E1DE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7AC61364-B2DD-2928-9AF6-5B7882B086E4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63842F3E-6722-062C-AEBB-03762CE3659D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971E758-F45C-6E6B-C898-566B7485AC6E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6496F16-B4F7-3841-C41D-8525C134BF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BFB605DD-DACE-ABA0-E6E3-D612BC7BAE6E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D569D317-E45F-FB82-9AB0-46815A15C7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DC2B24C-5E10-0C06-87B9-F9EB7CFDD6F5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14E7296-7AFF-B857-A212-4B099EBF875F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BAE8F417-A2C8-557A-F6F8-C13CD90B68D3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6F9EBFE-D260-03CE-F94D-D2EFE9708BC9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23755C4-AD77-CE7C-DE77-4A3E163FB2EC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412402C-9F67-3204-9505-E33823CCC065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0F7DE4B-13DD-7FFC-A4AB-1C1B44C58896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98C14CC1-D0B2-6534-749A-C6340DB47BE7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01A80B5-5EBE-F318-AE0F-0F5DEBD740F5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F0E6F4D-C864-684F-D694-8B235EBE08C1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B12BE8A1-0014-1961-AD82-678A82462837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16253936-15E1-0106-5E89-A3DF5644A6AF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C5D4D85A-1ABE-2514-BE36-9500D287BA5C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7098EA8C-F1BD-F710-976B-F737DD61AA90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B81F6D3-F6D2-BB68-B89C-463D0C14BCEB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120D2245-94EE-848B-11DC-BE3B75496D97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4B689562-9955-55BF-29B2-E3A5AEEC3ACB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A7C0707B-6835-FAF6-676D-6A2D7CBBDFAE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30BE4433-6573-80DB-8479-59B649165AA6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DC01EEEE-90B0-F5F6-10F6-19F74B5E5035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6DFE822D-8FF8-65F3-6F36-38BEFA2F828D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DC9092B-9841-08BE-4FEF-129432916E1F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7E97FE9-0CE2-BA86-0431-D2144D32533D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A0FD8C3-4DFD-B032-7071-96694C8B355E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A74323A-1BEA-47C8-5F5F-651693A2E663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F3848A1-2FF9-7820-5949-C803E2247BBA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A34DA5C-57D2-2720-CE11-151A2702F0FD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61129FF-B9FB-7281-9EDD-AB6353817D9D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048A2A2-E48C-FD1D-6591-A938BFEAFB94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2157C3C-50AA-1FE3-7D09-ED79276EFBA2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C9C6C70-D75C-2374-58F4-889F25FC03F0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B9C2731-0827-0175-422C-AF2AE1658377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5A66E415-67E4-4AC7-4B4E-6839208904F9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C50A503E-4315-390D-D741-CA03626F22A0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E7BDE841-583B-C17D-3E3B-5B15487BB695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5DFA2EC6-FF28-FCDC-5D52-46A12F86652B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3B948C7E-B921-824C-79ED-111EE591D422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B5F6EA5B-5738-1A72-CD9A-899E7958CDCD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C22159DF-7633-F998-05A5-F636F6A2C688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35EC5A52-24DD-9B64-1AC0-4B4CCC1B14D0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7454A4E7-5F5C-B944-1760-983DD3911767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29975B0D-5895-4712-159C-F91455080B91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5C8B460C-6728-21F2-FF12-F65284CDC9F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58A285E-3DF3-EFB2-BF35-992E568ED4ED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0EC8CA26-F683-BBBA-5D3B-A5898568180C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002DEA6-50AA-9A5D-0E95-AA7B6C30A046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C5405C3A-757D-0B6C-9C21-13A47DB23B8D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DA86A250-62BB-BD4A-7833-170FD9BE5B9F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722C36B7-4A00-66DE-6705-5EE6CB27EAE2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3E947083-B0AB-6C75-283A-88F2021194EE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211C0FD4-5415-2709-3935-0BCAB7E008E0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D6A9DCD-BEF1-FAE7-DAE7-C4E2C292E090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381E8E5A-B6CC-7CB5-A29E-DE1177A3C039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DF3904E7-8F89-265D-ADB5-F72E3FFA2C2D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153C265D-4DE5-41FD-7939-972EF78ACB49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A874F6B7-EF27-F473-AE56-C8A26E274243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EE9F1ED7-5DC1-AF5D-19E5-9F86908F4A31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2B021AD6-41C3-C8E1-D7D9-DA6260635CAC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75A2C71F-46E6-DB9C-C2BE-007F446D655A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9D878FF8-ED57-83FC-AD9C-B0E5A0FF62B2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C16E21D9-4D03-7195-5831-D65B19B45194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DBF3C91F-8CE3-9A87-92A6-F055EBBD4090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EA14098A-8B77-5C80-E120-D858FFF48A7A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6F943FA6-4BBC-2F00-4520-109D1340A575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265F387-D8B1-F70B-ED04-6A56CD503A40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84E9CA2-3B1C-3600-56DB-8A4A0133A23C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6B9AA063-E577-E1B4-F685-1D4256AF2C9D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1BBF64D6-981A-C74F-277F-D4D749BB6FC1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1F331FB1-BEFD-C24C-2745-78EFA46CB676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58E46F23-1973-FE79-770A-3499A4EC01F6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B6A5506B-E243-2DD0-18D7-C3CBB20B6B09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F4C834CB-0986-CD0F-8241-8C6610B4A9D4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3FAA0C0B-E5BE-0B1D-1A83-BF4FE5D31616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728E8582-DA6B-3D56-4050-3FC526D570F6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47AF2D6C-6FBE-DF88-D262-79F522D55626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4B3E7D48-BAC8-343B-EFE2-E57300E4639F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1C3C23BA-78FA-CE5D-FB60-681B43B42316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E308EC25-9958-4BDF-D1D1-B7957C71DB7C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0B7F1E30-D7B0-6F20-8773-2E7C31DEB77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9516FF3A-D23F-0316-A19B-0AD6684AC9BE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AA8D2B71-E132-24A8-B67F-905F21B4377A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FF8AA9CC-7AF6-AD38-0D97-33A7D4BC82A5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67BEB8E5-2B38-7263-1ACA-7B8D28D2919C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9F32986-7310-2A27-07ED-4C2DE6E5FF1E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C859C9A6-F20E-BCDF-3C7B-F64F1AAEFE6A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C1325394-58E3-1933-FAFF-67E968A6A32E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CA0AC19C-7F24-00F0-A646-D00E9D242DD4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3C54F1E1-C6E3-B807-5364-6A9E4D057469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27395BA5-50C8-2B83-4FAF-F04874E86387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16B7B39F-FC7F-F217-B90B-665ADE00B206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5E4D6566-C73E-C7A3-8315-71969E20522D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7E7C8650-32A3-FD63-DC5C-350195851F17}"/>
                </a:ext>
              </a:extLst>
            </p:cNvPr>
            <p:cNvSpPr txBox="1"/>
            <p:nvPr/>
          </p:nvSpPr>
          <p:spPr>
            <a:xfrm>
              <a:off x="2095320" y="2118396"/>
              <a:ext cx="2655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30AA8C4D-A396-9204-2E63-A109037F995D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1E5CA176-125C-908C-2EC9-5CBD8560BB10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1BB56DCF-78D0-B75A-C6D9-25B5E3E3BFC9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52D92321-894F-D6A4-1A50-72A88366C15B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BAD7EB3C-979C-0F5D-239B-A783A00F5460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EF4F5EE-DD4E-F383-E94A-3D06D3549723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4E383977-9652-1A5A-2F15-876F1954CE9D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11B9CA95-606D-E561-1E00-B1E6688CAD62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0F1AA094-F0F8-E443-2EE8-F029EDDABF98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98336DA5-94D5-23EA-4479-FAF5E763FBA7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F744018A-32F7-1E29-7145-62E5EC2E34E2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6FD542DD-B392-89AB-AEE6-6905A7DBD454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414CF49A-9C85-7910-36E8-ACBA8BCFC019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346C4BFB-C84A-7618-9820-78C41F113BF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76FECD0F-5F72-8AB9-438F-BDA0B524670C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7E222AFE-856D-EB32-8297-8E97A8DEA7C8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0FB754F4-B920-8F60-1E44-EBB5D2E6CB6F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33930814-4F12-AB64-49A8-42CE1BFCB19D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E5126CF2-00F4-AEEF-344F-F30F16C4E51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54CF506D-FEA5-CA20-ED04-FA7D0ADE6CC8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7557AA91-56DB-E82A-7AAB-F72C94BDA270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4EEE5A01-CA2E-5F08-9B2C-B6DD83E87298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98CA59D6-2853-355C-DC43-862FB03FF86F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598E2D38-F0DB-F27B-5F65-F6AF4D576B4D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A87E1779-FFA3-D2E4-3F6A-27CFA0244453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1C83DB6E-41D8-2BD2-17BA-5FDB9D430A6D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4FF64926-4B5A-EB06-40F1-11E09E4FEF9C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B3479FE1-3BA0-C6F9-BDB4-62DBC111AE7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54FAD7B4-75F1-64DC-FC2D-E53C623C698A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00792D8A-D935-A71D-99CF-C8C694BCD742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8490CCCA-58CE-BEB6-E3DB-FBF81A8D1D78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EB1E161C-1576-2C52-4964-C21B7B542FF0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BF042912-B283-281E-730F-CB3A8D6C4575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B058C978-AAEC-1E55-1675-2F1735787654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F11B95F1-1D01-DCC0-513E-F93735E43EC2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3792DAD4-E8F8-6054-16F8-2CC4A0DA2868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F7FC3FA8-B72A-E583-2F69-A5963D3D756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1C3DEE89-B950-A532-0A92-E09BF43DA203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BDE0E144-DB37-196C-CBAB-B4A27D2BF484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B326DFE4-028C-50DA-325A-92EAB0B4FA82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DFE88109-7C14-4B3B-37D7-BD417FE1C1ED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662EB120-0DBC-A7EE-E9BD-6A326D2CD227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28CFEFEE-7670-5AE3-6F61-3890258433A4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F73E26FF-8773-64A9-609B-A8365C813C40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CD3E3948-0003-40FA-2372-112334D561C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04FECB2A-A5E0-B85D-0B98-A113637074E3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BA7FD0B-3734-AC76-27D0-1D0622D5BBEB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E8D797DC-F549-8741-F244-A669AD8286EF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D0468A04-B4DF-7123-1E9B-405ADFB4FA3A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D85F4ABF-8453-C405-BA54-2BD6850E97BC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A67CC607-4740-02D6-1920-790E54E50A29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A12C6EC5-AB9B-A55C-5469-F9EFEA604EF1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C177E284-4EC0-0678-3C3E-0654ABF59620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226A452C-E386-FE11-E81F-4330ADE86409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BE8D926B-73AD-CBBD-4BAD-52AE27C1E920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EA245599-D076-4800-49BE-BB020B6D3D8E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DE58F943-BFB5-3539-9742-AC860491FC4E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841CAD9A-2707-026F-5264-D7D566711797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D4864E-FB4D-71E5-15A6-F317A06EA586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90D9F9E9-4FA4-4692-65C2-F038CC30A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4F9ADA92-B3C1-D3EE-E9B0-EF29DD8D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D420E-4636-34E0-D461-2400749E37DD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19E8E167-9E38-4D0C-31C5-A004F2B2195E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4E98F-6A1C-D7AE-801F-356A411C12FA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615FE9-60BB-AF82-DDF4-A014F4294A6B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A9982F-9F08-5189-1172-99B881D48F23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1425660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2D90F768-DB58-1598-0AB2-E554E12A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CFA7B0BD-7824-16E0-20DD-12CBB2C44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7A20CA67-BD71-3C62-807C-06123F8EA86E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EA413540-0CD2-0813-E8A4-D426C07DA0BE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49D4D61C-22DD-AFA1-59AA-AC79FAA98FD7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73682A8-E43C-579A-757F-E19E299AF897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3A0390C-062E-1CF5-9529-7FA3EFD7CB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47326001-EF51-C9BB-8B02-369CC4C0023A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EBDA4A28-8586-86E4-0520-81DE7E16B4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986B725-2552-B977-EC24-59ECCC124D89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4E0B519A-F849-E85B-3902-2F749BB88D90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B6E7159B-E32B-1797-52F5-528A14D194CC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8562680-AFDD-52BF-2CDB-BD068218F0E0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6707767-B5B3-78B5-6CC6-A4F48C61105E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1ED6464-3939-F0AC-B33E-F072EAD062DD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86D2FE2-3DAD-B408-6152-34A278A67E34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052BBDE1-6B06-D26B-D372-EA33256FCBFF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4364F61C-D044-1953-C4D8-11A14A48FBD6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9727CC4-6AE0-848C-D76A-B0FE1AA1BF74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E7AA04C-4592-CE80-B613-866E3B31D6BE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C106415-B1C6-EE7C-F9E3-7F230EF2DF91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BAB40987-7CAD-3F9C-2551-ADBF2BED062B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AACF42F-9E7E-FB9D-75B2-E5C148D3805E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73F26D84-2EA7-C9BF-596C-4273B07189BD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72B2133-32E7-200D-5C59-6B5CD6F0C8AD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34BBD3FE-D7A0-28AF-C86E-8BCDBBA31C86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1C532788-190B-0900-E675-3BAF752EDA0F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AA277838-EB95-A96D-6D15-264A5453703B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7A7F44B5-49DF-8867-3DCB-848B24561942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D267728E-F005-B1E2-D4F6-3B32F61C8397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5E5417D-9D43-3D81-EE66-6EA2C4289850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57F15DC-06DD-FFA2-49D2-3D3781490886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288ED89-2932-654E-A693-E34DA80E8158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A34FEA1-4AFB-EC63-C9B6-2F46DB426199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E169286-FDB4-32DA-6915-8A2C84230A03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7F35FBE-1EE9-7F4A-0B43-EADEE3645AB6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B47645B-3829-237C-B09F-9B6DFE2BDA33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120A3DF-812E-DBD4-E5B4-2722F496DFBF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D492F61-09AA-438B-5EE6-3A19011F860A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156E298-2191-3029-22E9-90F32EBF286F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BAD0EC4-E6EC-5AF8-96C2-82A5532BDC09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C41F8366-DD9E-005F-42F9-8ADA7CD9C64A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8ED99EFE-B752-82AE-5F66-F2074F91C98D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6F35C8F5-0840-65FA-7C81-EE817E80AA7B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5241FFEE-B9B5-D586-1076-2D4AF46ABDA3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B028209F-D283-7580-D345-B3CAF26CE6F5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8D17687E-7EF0-04C2-296E-6CF2CF39DA18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11274585-9686-2C34-10AD-868773BD2CC7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58E1E50D-0A56-1114-8E9F-F759181B383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24AA28F5-4416-B68F-1575-730F2F408BA4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570F85D5-B59E-D526-4A65-329116E60E1A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7B021E14-9982-0ACE-C794-33801C262586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5F6CE2D-672E-BA82-9BC8-F4AF7103A472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BE84972B-2796-B3C7-4013-C66DB61C4BC6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F65BD011-C9C2-F03C-B237-4AB868C5BAD0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ECBC2EC5-71B2-EC5C-B5B9-5AB56E7B511B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ED32B82D-67F4-D3BF-60ED-46A8F8203953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5550C9C3-DD4E-9990-E314-9DA5CD1B37A1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05E2EF04-72E0-7CAD-3DB5-8668EFE18815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47057ADD-5620-0A42-A002-21F77EAC3020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35F43FB7-392B-3005-FF98-C5EF93B4938C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460B1568-B520-3E48-DF96-4D67FE2CF572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3A46A206-9630-A773-8F50-55BF92DAAFA5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FDEEBC4C-6558-109F-10F0-90C03BF0F0DB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F1DC6691-4B57-31A5-5531-C558E1ACB7A7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59900C11-692B-A35B-2EB0-3C8D433BDABE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25CFA247-36B0-9072-80AA-BD308378699D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B18637A8-3A71-7983-BD5E-70BF4C512BCB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AF10268B-BBA7-5F8C-C724-311549DC7682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B9B86F10-FBD0-02CB-6304-1C7ECE62AC89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65A3859-3259-8E89-CA2F-4446849E3D39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377FC6BA-A3ED-BCA6-651E-9A6B7B8151A6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324AFB89-1695-3519-651B-7452C2BAE143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F6C417AB-03F9-5FE3-B7CA-35A5A406CC6B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100DC90A-0F00-57E0-1884-9385B4536D74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926D59E8-274B-B7D4-1B87-59D436534B2D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946A8101-223C-0A95-FB61-D8F053975D48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F66033D7-F0EB-3341-68FB-9297232903EF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0110E866-308C-371A-7BEE-253A84B73E82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D1CD2F4C-845F-2522-032C-70328253B425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460A5EA4-DD87-9E97-FC6E-8E48495A86CA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D87E405E-BE99-13D1-3D3B-44A6B37AF2B2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5F1F6434-3A31-6711-967E-6BBDD1916FDA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5DAC3E6A-9DFB-EDF2-B729-281D65B6EEA7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13355137-A43C-492A-9669-2D749C8A1006}"/>
                </a:ext>
              </a:extLst>
            </p:cNvPr>
            <p:cNvSpPr txBox="1"/>
            <p:nvPr/>
          </p:nvSpPr>
          <p:spPr>
            <a:xfrm rot="280129">
              <a:off x="2983428" y="41596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managed by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D5385696-5317-71E9-E43B-293F14B742AF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0C336693-834A-3351-BE22-E62897706AB3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CC593484-1AA6-D1E1-9307-AE550311CED4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E704BDA8-7B98-06D7-4F47-ADE1CAF3AEB3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0CFD268D-4AFA-B621-9DD9-5F7302A7B0E1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5A9DF78C-6545-EF20-DAD4-09D80929101A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D6972C53-55CE-0A39-E8CD-92A705CC895D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90B58F9-FD4C-640E-C904-8C25587D789E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9F65D3DD-CBD2-56D0-8666-0DB108A98B4C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01680760-FFFF-D2DF-A7F9-165042A57D7B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F6B3DB40-6082-D61C-2EAE-AFE98385B86B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7727DFFD-E6A7-4FEA-212C-92D6AB7E8CDA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C5123525-C277-F961-34D2-C47414E9CAAE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9346943A-FEEA-74BB-F448-6A5F95FFDA8D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E5307197-6CB6-D136-50B0-DF0C51C5E989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CE20318D-3253-E215-D91C-5AB6F5E8553F}"/>
                </a:ext>
              </a:extLst>
            </p:cNvPr>
            <p:cNvSpPr txBox="1"/>
            <p:nvPr/>
          </p:nvSpPr>
          <p:spPr>
            <a:xfrm>
              <a:off x="2095319" y="2118396"/>
              <a:ext cx="2485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B3D4390F-5CCB-1953-A5E3-F63635D8A5E9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81D4000E-9D68-2CFD-B7F7-43D291C4812F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A7DE2B29-CC52-BD96-6EEE-1DF6D58ECBB7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41AF6C1-6C7A-E3CE-3C29-5772F808B5DE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95FDD33C-C1D4-BA3D-7A6D-665FE639141D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7A1C8E1-AFBE-A287-AC15-B055A3F50266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959A65E9-BF4B-3B96-E640-0FB64AE3F893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A955167C-B572-5596-6753-BB6980446F83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1D68E3B4-E742-8D3E-9B60-C70531CD3EB0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FF93354D-6548-19EE-D724-23B1D5F39A24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14C4E57E-697B-FBE3-DF78-37D721441AF2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BE5AD472-0CEE-AFA8-1365-B7398C0DE3C9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426F51E5-358E-CF5D-1DAE-209A318EDF5B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60342545-5206-5A3E-791E-9985641F3E08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D9F19D1B-914B-D360-3517-7B9E41E474DC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3BE1D8B4-4CBB-FF20-3BF1-042DC37DD412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A51246BF-1324-A4BB-0756-E981D6C16BA6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685EBDC8-2734-4857-CFDB-7CA8BB4A3042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840F593F-199C-CCF0-4784-1287008FCAA2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36782BE1-E666-9A9B-30CF-856001D01A94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4392B60F-78F3-07C9-2D23-F67A999AF88C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5DC851F5-1408-066E-9DCF-A4B9D9BEDAF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27D9513C-4509-0D4D-1943-35847AE8A1BB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3EBBFE6D-4128-72CD-1454-21228CC37290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E5C05385-4E5F-02EC-A664-C50DCD085CBB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B706FACD-65D0-617D-9460-C8EC5F8CDCD5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E80A8FD6-59ED-57D6-1C61-007249F3346B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0766A5CA-6ED4-BD60-C6E6-2BBC5A7B32F0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A71A130D-2635-13D0-18A9-0AB94A57E022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C26374A2-3FF3-2013-DA89-9DA04C9D7D95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003F585C-CEB6-5EAB-1F66-CE83C29284E6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ACF60460-7222-D50C-8090-D52C07B2BF78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684BC5C4-51E3-50E0-C2A7-02583B8C66FC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70E4C6E6-0321-69DB-04A8-06D3011B1F2F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424B9B9F-5786-61B4-10A4-DAC06AFABB0A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CF0E5849-F5DE-2342-27F3-EB7F56961355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6C690DA7-237B-B47C-F68B-EB979FC9CF2E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F7537A35-25D7-59BE-4A55-C71592225BF3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09122F66-C1DE-25AB-EC25-24541D6AC730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6AF1ECC3-020C-8A00-E626-0FF07AE92ACD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96542E7A-ED7D-4D31-9AC3-7278F95A4DBA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D4C8CBF5-B948-20ED-62B0-08FA594AF7A4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F75CBBBF-DE03-E344-BE73-9D7F84C84EFA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FCCB1DDF-F03E-D634-FABD-2F114D2D4DE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64DEED47-B2EC-0FD4-BBBB-9DE48D9890B5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8193A811-56AA-515A-BF78-84797C1367BD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967100F1-D416-BB7A-E0BB-03FFD99BE3D7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712D484F-89A5-0025-86B4-8711D8DD30E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2AF921AA-DF60-E937-BDA4-1B6CA3B4936E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8288B18D-D2D6-B812-19BF-E4373E8646D6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66AC77CA-9605-E092-FFC0-22D8A4FBD2C0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CA57B523-ACA8-C2B9-CDB8-61FDDAFF4440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CF164D15-8CD8-58B2-4795-12CF5991B11D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018AB007-8969-4E52-A771-13BAA9B3791F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10B1F69D-24C4-3B5D-FA34-0D0F4EBC10FF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7E35C73F-6C3D-F26E-DD09-2032CA97B3B0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C050B8D6-78CC-013A-186A-ECEEA45AB44E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CD67FE8D-55B6-D71C-082A-B99DED901BED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50957E1-EC7D-CCA5-4BA3-6F0D9BF616ED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D4124CAF-241C-6138-444D-0ED0D327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866EE48D-6985-26A0-5A49-02D3274C24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A0C7F-6AF8-4F1A-A801-EEE866A1BAA0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0817A52E-DDC3-CD09-299B-DB0A2F1FFCC0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B68D68-1552-EEAB-0C54-A5AC63045781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81165-416F-2C3E-D11D-B1AD1DC4D2E1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3695996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5B36A910-EBD9-5BF2-3607-AE888275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645897D3-99A9-080D-2FA8-31DAE7095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3B87778-44E5-3F02-F18A-B76136A45096}"/>
              </a:ext>
            </a:extLst>
          </p:cNvPr>
          <p:cNvGrpSpPr/>
          <p:nvPr/>
        </p:nvGrpSpPr>
        <p:grpSpPr>
          <a:xfrm>
            <a:off x="1400683" y="58094"/>
            <a:ext cx="7509592" cy="4967545"/>
            <a:chOff x="1382395" y="112958"/>
            <a:chExt cx="7509592" cy="4967545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A22A3D4D-8FD6-B0B0-AA6B-1015E3676179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48E70008-3A67-5FBD-3C89-E014B2C0F9A3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805EC68-0556-847E-F738-4C14081F3CB5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37091AD-9DE4-B438-D304-9A5F33979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415F6ACD-B76F-2E2D-1E65-6AC3393D8CB5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5DE61A0D-CBD9-7698-019F-5CD2B8EE1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7C32128-6181-A78F-A961-9E58AAC179AD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DE1164E-5C17-8354-C8FE-F76968550CBA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BD023161-59D9-E6EB-B1AB-6600D0BF2693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2322299-FBD9-A79A-860A-C8060F8688F1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B9BE4D85-5BE0-F10B-9188-88E15CE95137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B301701-3D3A-CC54-87FF-97FCC2A5FE1F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CB7C3A4-1DB0-6CB7-F956-5F9E8183B164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AAC34DB9-A080-A816-8675-CCEFC52995C7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8B98268-3D31-8EC4-5383-4849E17DD916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3AADD39-70CA-BAD6-DD00-52633CE01286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CAC512A-30C9-92DE-D71F-5677C2B4D1A8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CF8A94B-0ACB-F8FC-C3F3-E498E0D64D47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0F9E344-1A75-E328-E1D1-85FE9BFE94E5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19D0AC0E-A674-D838-ED6D-22EE8E623FA7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0BE6C5B-7E2D-F698-F28C-0D3715FEC605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B7798A9-80CD-F09A-5C0A-2FDB109F87F3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010B9DC-B379-6250-C329-1D45CC0A4556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37CE38B9-8BDE-885D-8D98-30F8AAEC6B83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06C23DF5-88D0-F5E0-5818-605CB8AC6E09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8327ABD-63C9-8892-861C-99B22DC98D94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9DC76A3C-E619-8289-4E72-96439E69D0FA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8D41AA7-1587-46F2-A0F5-6F2BFB686DE5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403377A-169E-561E-2D48-DE23D98592B1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DD9E1BE-4970-3257-4E60-72F39A597B2B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B05F11A-F7E4-3212-AAFC-D52E5CC153A2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B42C808-DBEA-871F-2275-D25FE1737E68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B674C2C-58B7-B338-114E-22C72B5667DF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D9A21BD-AC83-0409-9839-196247A0DC3F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3812F04-1C47-C95B-BA68-77962E1A2676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619CC7E-B527-69D6-BBA3-73EE105DB86E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2C86CD9-60D9-35D8-8A8D-FF09B8CC6B04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B141405-E80B-4C6A-09CD-D2A08300C186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C8105364-6C7E-4716-350A-5F81C6E4B415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DEE76706-933E-6FA6-75AF-4CBC7A8C0452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372AD428-18B5-DD73-6E8F-C16904976E98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AC49356E-9D06-F370-A98B-2DB6EDE8021C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FD26165B-9BC4-C513-C3F2-8003F7A1A798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B6212776-A00D-01C9-DA68-AB854ADD3BF8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84A2CD90-83A3-51DD-9B3C-03C60901E5FD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1C16E91C-2FF5-6B1F-1ACC-026EEE1A6A49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75124285-920E-67F3-3489-2FDC7C2314FD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4AC831F7-18D2-C2E3-145F-0AD041E1EAFD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0476C90A-8675-AC5F-9735-2806F538A77A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BAEDA05-4140-1821-B737-1E43540E2DEB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45E9359B-D64D-36D3-15B4-3580B8CC54AA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C66F9579-81DE-F056-C830-5693C5F9DE45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04CE0FAC-E26C-5C9E-92AF-870D88DDE2E6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067B6CD3-A874-7BB3-46D9-933BEC67268A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83B00734-2E26-68B9-933E-E150889D5E09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FEDCFC27-9D6C-6165-E935-52D8B184D818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609498A5-29EA-D71D-62A8-A0F2C22198D9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820B54E3-FADD-EE24-8B96-EA71BD4474D2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6EE71F03-6898-F470-401F-EC1DA4C5E102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8F351A63-7CDE-0A1D-CDE3-B2D66863B866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F46D30E3-5FB4-027E-8AC8-570A01D1E235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BF84A622-3EEB-9F6A-92A9-97EA107759DD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79E17A56-F8F3-EF30-6CFF-C21DF522DD23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9E29E3C2-9E34-F991-9C4C-B8C5C9EECEB0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FC69B41C-3A12-1F08-4702-6A1061A4B24D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D2895641-6A3B-5833-38B5-DBC7977844E4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97CA17B4-82D3-9AEF-5615-CB5D0F807143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C035B236-B1D7-852D-3218-FACC95DF99BB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45A3134D-B7F4-0330-139D-C105AE1CA3CA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B9B7B641-E1B6-7F5A-EE5B-58F3081CC4C2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82D9B5D4-7633-BF87-6591-CFCEB3EE1440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9BC61E7A-DD48-DD5E-49DF-F7434471D6BC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5A13E467-BA17-9336-2C77-718EDA8EBF3A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5B523846-FAF4-785F-28D0-5B6C97E61F32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FEEB0FD0-CFA4-5C00-6379-985A3CF3356A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2DDBBEA0-8143-EE22-E6EC-CB87821474DA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ACFA0B27-C6D9-5355-A269-B30E61CC5B2D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6005B3AA-BD98-F5B7-3AB3-22AF651C4B8D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320EF756-1DEC-4DA0-A7CD-B7E8EE65E5BF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A0E337BB-C189-7B91-5F6C-CB2BBEEADCFB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6E7C1DF4-D73B-AE45-018F-043777689887}"/>
                </a:ext>
              </a:extLst>
            </p:cNvPr>
            <p:cNvSpPr txBox="1"/>
            <p:nvPr/>
          </p:nvSpPr>
          <p:spPr>
            <a:xfrm rot="4200091">
              <a:off x="4099739" y="45597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shipped by &gt;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53082333-4832-1D74-80A2-FB1EA3EB3554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AE02D34B-DBBE-163E-8B36-3CF5CC4888A0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D4CDFF1A-F64E-BF89-6617-B020652AF0C9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D19ACAA9-49FC-8B9E-228A-D2B3242A1FF1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53D4A532-15F3-5351-7337-BF4ECB34981A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451C5C92-2EED-C4F4-57CE-231CAB570B97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5AF91211-E69E-3185-10A0-59CECDF1CB9B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D5C27BEE-DD51-0B59-B3DD-F3F200BF86D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8D88A842-1F0D-E0F0-09B7-A601051A3799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5462CB98-EF85-7BFF-5F80-9F63D27F72FA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3E9509B7-AB7E-963D-C0D8-C51B47E52240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83B985FA-0059-684F-2FF8-726CFB2D3ADB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161F6918-7433-D4B9-7325-2C90C64CC6B2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F535F014-FD21-6744-969E-5C047F141C7B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484E1399-24BA-ECCC-2175-0646A9B21953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93D38AA3-7335-EBC0-D00B-4B311C27A5C1}"/>
                </a:ext>
              </a:extLst>
            </p:cNvPr>
            <p:cNvSpPr txBox="1"/>
            <p:nvPr/>
          </p:nvSpPr>
          <p:spPr>
            <a:xfrm>
              <a:off x="2095319" y="2118396"/>
              <a:ext cx="2485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F1001278-4588-52B0-0DDB-78158B6E6A88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743B8F13-BC39-7501-4C9B-901693DBEAEA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94ABD0E4-AD45-8DEE-9ABC-1FEB1A167B93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68568381-A90A-5929-90B8-F2A11F82C2D5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C812A050-7D56-D174-BCFE-1C2E75D28D4E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11B467D3-4CF9-AB54-9554-A75F06D15284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494F4E83-D5BD-90FA-3309-F74D7D0DE116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7AD161BB-BF39-83DE-A96F-2070111F36B6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F44FD786-DB4A-E9C4-82C4-BD06153572E8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CC79043A-3689-5F21-5906-4E2E1D0F19F3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5C980290-ABF9-D40F-DC67-24EAB1B9341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4A7CDEDB-0794-456F-8E47-A5CF0BFA4691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5CF0178F-DDD1-95ED-4AFD-7007F454E610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BF8CDE91-D728-7172-99CA-2844CB754A65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D7E26498-FB59-13DB-A531-116AA5B85046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74423B08-FC47-890F-67C8-3E165CA39423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CE354D43-11BF-B55F-3A72-5B6DF5FF52AD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70A70ED5-1C3D-53B7-FA71-2FCB72A2D086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09025EE0-C873-1748-1B55-22680106A590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2FFDD9A3-8909-3E8B-C777-9AF2FE36DD5D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9911A1EE-7A6B-D0B0-170B-7F2A1F1951AD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0767106F-E8DD-69C3-57EF-FCED44A552D3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0C605720-B8C1-8965-310D-A106F3C0BC55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1DC2532F-64C0-8509-13E6-C9DC7EE561D3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C4F7A1FC-2B0F-D470-0F9A-2876E3D31CEE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43DDA592-2F3E-8EC0-B18A-E3B0C23C7210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856ABC4B-DC92-9F53-5137-C3245A02DA13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A99FCCED-73C9-2ACF-6EE0-24173E523801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B8C5054D-FC14-BB1F-88D1-D40D1B08A67E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26A6718F-842B-3370-836E-2923512DA93E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554660CE-FAB0-0DB2-0ABE-971C149B8AC6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0DE9FFCF-873C-0566-FDE3-E6FBFBCA3A9D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77E2B576-54C6-C9DA-1173-29A63A3233A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3F833C66-C6EB-81D0-521A-421CC95D63DB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7CB3DDCF-A599-D6F4-0ADF-E80F62834702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D85AF322-01D5-92A9-DC3D-20995D73D3B4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68515D4C-DED3-CAE5-75D7-9275B819BBF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B1FE8C3F-E5FB-C5C9-E47E-81E0B77D34CC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04E39BBA-4D8C-6FBD-C23E-C9607FF63175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6E27EEBE-B223-5926-E7C9-F955B9B82614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D3BE7176-DB87-10D1-2C85-A2A6BAE6CDE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F23AF493-26E1-1F84-7762-2DB858D62AEA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3B917D58-E1A1-384C-F646-CD4BB6C580A0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CA16C4AD-CEB2-047F-7065-4E66A2ED696E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ECBCEBC1-8C91-6DF4-5FD1-A198C5784BC5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CDC46FBD-50D8-BB7C-4008-978F6814F539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48C8455C-EB67-0BA7-CD91-5B688D09D0DB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55C0D914-C17D-104B-3A1E-0E918ED3F47B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40D6DF90-7E67-EA72-2ADD-C655C61876AD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599A68D1-CD63-7671-16A1-620C663D407C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24D02A20-B1CD-C8D8-D598-F28EBF11D269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6A75BEA2-4C23-8DB9-B0EF-43D2B6A7BFF9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BF48A691-BA91-84BC-8F3E-C7265DE1478D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3B38C004-FFBB-A017-6997-5AFD317333B7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77C07CD9-1389-04D1-827B-8E207747A4F8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1FB5E972-2AD3-BCFA-47A3-4909B9FFD849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B4D96A54-0293-4584-DE2A-CE8113ADDAF9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C043E041-7055-EF60-EA4D-6C674909C129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91DA9B-ADC3-541F-666D-49F431BE47B5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86192211-B8CB-E70C-7230-3C987D45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FB51DA8B-FB9B-C2BF-1353-5A952941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15D318-F2DB-8984-B3CF-FABB28AAA844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B0DBE2E0-DB32-C5E8-2A86-CC752905DF38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D536DF-EE63-31CD-3E88-86C69E6F9147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F1E1B-24D3-20EB-8117-14800182AE18}"/>
              </a:ext>
            </a:extLst>
          </p:cNvPr>
          <p:cNvSpPr txBox="1"/>
          <p:nvPr/>
        </p:nvSpPr>
        <p:spPr>
          <a:xfrm rot="280129">
            <a:off x="3001716" y="410478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managed by</a:t>
            </a:r>
          </a:p>
        </p:txBody>
      </p:sp>
      <p:pic>
        <p:nvPicPr>
          <p:cNvPr id="38" name="Picture 37" descr="A close-up of a sign&#10;&#10;AI-generated content may be incorrect.">
            <a:extLst>
              <a:ext uri="{FF2B5EF4-FFF2-40B4-BE49-F238E27FC236}">
                <a16:creationId xmlns:a16="http://schemas.microsoft.com/office/drawing/2014/main" id="{40D69464-409B-6CC9-B492-5AB91F0137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093" b="-25875"/>
          <a:stretch>
            <a:fillRect/>
          </a:stretch>
        </p:blipFill>
        <p:spPr>
          <a:xfrm>
            <a:off x="3808113" y="4057748"/>
            <a:ext cx="571801" cy="2557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DCDC13E-7844-5719-0B6C-3314FAC128FB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A10DF0-BF76-6507-57CE-FB1095BB6D40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3242171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11290A2-FBDC-60F8-2220-23C4B108B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3A53EF67-810A-47EC-4C9D-35733709E4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347A12DB-C307-3319-82FE-B85642BC7540}"/>
              </a:ext>
            </a:extLst>
          </p:cNvPr>
          <p:cNvGrpSpPr/>
          <p:nvPr/>
        </p:nvGrpSpPr>
        <p:grpSpPr>
          <a:xfrm>
            <a:off x="1400683" y="58094"/>
            <a:ext cx="7509592" cy="4954364"/>
            <a:chOff x="1382395" y="112958"/>
            <a:chExt cx="7509592" cy="4954364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19B1F394-8D15-FF07-E02B-6A7BD8385242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42717C21-03F0-D740-0D61-E7CD73A9611A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135FB10-445F-C9B0-0360-3E2C193DF057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3B62DBD-364F-499D-ECF9-0EBC00A347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8D9A0968-86D0-9B6D-E991-77499BAC5549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4077DBEB-D8B1-EB46-40FD-87A389C07A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A9492E7-678F-5DC9-D345-7BB23B8815B6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C6047AC-9376-3418-4C8D-DBAB4CB53612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3038D770-5907-79D1-DE6C-15AB8423F4B3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5D6E2EF-9789-4331-4776-133F98261EF0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DF9AC240-D021-8972-BD93-52195C097B09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01F5C9B-E2E4-7FAC-D897-231C84CCF452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43779AE-B175-0897-A900-E473FBFD97B1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C26E8F00-996D-4DF9-E11B-0854DF3B67A5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722165C-CBD1-5A29-BA49-46D9B95255B9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F535A91-E7F9-02D5-EB4D-D8ECD5652466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17514B71-BF38-2363-51A8-83548241F288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60AE5A7-22FF-B182-B40F-691977F9C0BD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110D96BB-BA4B-53E5-66DE-D227FF09170C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F0DAA360-D96B-251D-3945-188ED8D76F32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916CA0C-549D-0E16-F426-41E1EDDA77E6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80BE2DE-0B93-64DA-F9D7-3537433A0C19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CE9B118-199B-1269-001E-6DCF98C6042A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96A688D-3114-E18E-BF16-F8D2C9757BA6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6C5ED2F-5A97-B0E2-AA54-29182503A689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D2519CC4-C136-8EEA-0FA0-8024F1807173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7C87C929-650D-EBF4-A0C0-A453102F958A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4E69FFA-5DA5-B936-8F03-FF739898E201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35814DF-3436-F0E5-ABAD-3F88D171C1DC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E4D9793-8E0B-B0B9-D90B-38CB8B8DA840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13B4664-D177-11F7-18E2-8686DF0B4A7F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AEAC7C5-A262-3A6E-0A3B-113A1D2D3F08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940BAB9-428B-62F4-120D-B48ADD44FFED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B320B10-F693-18BA-D0D1-68759C1886F7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CB9FBB3-5B60-A3B6-4C48-C22575D362C5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501304F-56C8-2C58-F3A1-269D510FFAAA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54616B0-2C4C-2559-7DC8-6C44A853DE72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3199917-ACCD-8225-A39B-D7440DABBCE5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53BC8433-766E-8CFE-00D2-F23B1A852574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40DFADCC-71B2-9611-0CCC-BB03968370CF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9875D3EF-3411-8B56-0313-62C2D66C3C72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C8DC3AF6-4907-8516-A1C8-33158C2E338E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5BD2D85E-BEBA-1A56-89E4-6246CD70E74B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3F4013A7-FD15-8C7A-DDF0-927531A3325A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CB0A8863-A8AA-CB64-CA86-7E8A595007CF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4A05CAD1-82B3-AB8A-08EC-208746BF8E5F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1726D53B-66CF-E459-C8B6-B1340F41CBE4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9B0778D2-75F7-7897-8B44-0181B6DBDB47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ABD4D504-4B86-2EE2-7AFC-0EF685567E14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DD65CBB9-8547-5756-0FE4-839B5C3DFCB2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5E6874B6-D120-DFBC-9E29-7392199EE647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A01F8110-3C8C-42A0-5F12-5C23A945CF71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20CE9C4-3EC5-E69A-B1EA-630BEB33CBE8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DE1EF172-379A-568F-72CD-2F0AF292863B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648A8F3E-B7E4-7671-E0ED-5D2998706F10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82E09C4C-4FD3-5E01-699B-743F7BD16BE1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183DE803-A21E-9DE9-000C-5062577AF4DC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74B2B9AE-15DD-6BBE-9005-4E5B026D2632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FACC580E-11C8-18F8-B6C5-86EC281A2E35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68BACC66-3B7F-820E-12F8-02E439F57BFB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830A991B-27C2-FA43-0CDE-8FF1CA59D0A3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8E170667-BA1C-FB36-35E9-D8569E5E328B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87F7E545-FAE2-0AD7-4EAA-59CB3FF7A33C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1558DA8A-B2E5-1AFD-EB7D-6A3C9E968F3C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8C9C9D42-4069-F5AC-962C-EA6E763811EB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EAC1BACD-06E3-699C-E158-91391EC32584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C8B937AD-8194-75E8-8700-889052BC5792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0C80D820-9CD6-F383-7471-A9B682BD08AF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B479693A-EE0B-A751-5CB6-21F711A000E1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EB9ABF3D-3084-9BFB-9178-3760E00FFDEA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8B14C78-FB8F-12E7-9A4B-AD87A379D1BC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61F3075F-6D4F-89FD-14CE-13B7C81519FF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21566E23-3851-B6C9-A2D0-6E677E00E9D3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7AED205F-D4DA-DDF0-347D-7238C7510CED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A864C9C6-231C-2B0B-726C-360ECC8349E3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CF1E2CD7-3C14-2FE4-C52B-8455C63A8588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69CBB453-7A71-3B4A-D19E-502F6B9F3BF7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71FF478A-24CD-941E-6D42-8C8F9EB98651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950998F2-1447-14AA-6984-810157B42763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09388CC1-0452-948E-1E29-BAC89B60ECFF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6D8E440B-CAE4-FA2A-4654-C18FD842C851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6A23A8E7-FD83-4A17-864F-A8625949CAA8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32B5ED6-C4B0-BE82-5EAE-C5E679CA0112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2C187EFE-9A00-BFCE-F11C-E727D3DB9725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A5621367-D647-4FAC-82C3-7939A742D8B2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4D4DAB66-4203-2E70-7CAF-5DBD9F2E4193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C17417A9-497A-9623-A50D-C70C48FD8C14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EA7EC0BF-F0FD-4F79-9B07-61FD6C002C13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C69147B3-DD3D-BCD7-D179-3034E4FED2BE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FD54A2B6-172D-2742-10F9-30D06EF872B6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DDA17F84-3DEC-B5D1-5C77-532448E92391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A43E5B50-4A30-78C9-F0C0-7657C607A22A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218085F0-CDFF-3525-6FCC-72F5217F13ED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F1BA096F-EA25-2FED-3BEA-35188B496C16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92555356-F804-5B3B-D3A4-110D9D800C66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B8CCE363-7077-2D5A-D721-E4B02B014C85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DBB98FD5-1F62-A322-FF2F-CEFDF2FC4CB8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3DDFEDB0-52FE-C578-0A93-256305BB79B3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9E848751-697E-F236-0D73-1DE9E27265AA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B671DDBE-870A-6147-F01B-3B7B90517A40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54C81004-8D42-BC50-F01D-D82883BB58E3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C04A4C23-4548-B6AB-FC0A-B6ED8D70FE3C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79F3F075-14F5-330D-C214-C3A2A15CAE40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51F5F1DB-A784-8D74-DF51-06B569A2E907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C15EFE3B-DE77-DFE1-3C58-EF0EE6A56411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21A3ECA8-1E66-54AF-5F57-3D4C026A0D43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69685AA3-4158-3C50-0B60-E072C59606B2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B5ABCCF7-FAC6-D4A9-4962-0BCB7ED88B69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7DAD880D-F4ED-CAD6-154A-17910A2807A3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73812CB6-DB8C-A7C2-979F-711D779490EF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04EB79AF-2FDF-312D-574B-17ACFC9010C6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66CC889D-7848-3FCC-D65B-471A2864E1E8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6AAECEC0-761E-75F1-0062-5826B6648386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B2C231B2-44B8-F7AB-7178-E3A27144FD04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5E724C00-F696-CC06-064A-F538BEE7FADA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B51494A7-F98C-0CCF-9371-A3598FA0CC5F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62451964-1BE7-BC07-8669-D3243FA5E97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E3196673-8D29-3E77-7386-73A15721C3BC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BFE587EB-F759-CF35-479C-1F4BC5B8B11E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88DFADC8-3F10-8A49-3CD5-54B7CF9C2145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95077FA2-E519-25F6-2AD3-92F72FB63405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47A1EE15-CFAF-A7D0-C7A9-9F7E8FA62396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B284ED00-C15C-AA0F-A019-A60008176381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5DDB8F7D-3809-0094-C1DD-F301EF3A168B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3A256CDD-2B6E-523A-6705-49B18D5E03E5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74C6F43B-EBE3-BA06-A4D3-B5988A864F0A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4C761A3C-CFE9-A16E-74CC-BA31C9F080C7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C2B5F5E1-C459-CE8E-2737-2B4AD1DB7798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62B3023B-2BE5-65B6-A60F-6D54C8F8AF50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876ED6AA-8BC9-7ADA-F1FC-D7D9A730FF31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2714E750-AF94-21D2-F405-2A83E739225A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268D7FC1-5A01-C817-74C9-B46A23A97438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3F5364A7-2568-DFD1-BED8-DC3B2ACE5061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FE84CD6A-D306-2BDF-6212-96A3C49D454F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170EEBA4-521A-3960-F290-E65579C4CA95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D9B1FA20-F36B-D4CE-799C-9EEB37A8F776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B6BCE824-41E9-DCBC-E324-1852997104A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C278B194-ACAF-F169-BAF4-EF17C5ACDD4A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4CA6D826-11E9-A254-8A23-C4328826B496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754D6481-6F0C-807C-D72A-A3E31B6338F1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57C0E090-0F50-BD12-5C34-7F1A0F6AA113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1488BF1A-36CE-60E9-EE41-0D1337C28128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F4F5E6A1-0F66-9860-9530-E09A386ACE64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BC8F05DC-144F-A72A-8B92-4CA4A70113FF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E645D903-E5DA-21A8-E0E8-FDB598DFC030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1803E855-9047-35B3-3393-53A3CC4920E0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A97802DF-0476-8335-C978-88E9F30C3580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BA851012-2ABA-D696-1309-73810C7059F3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8DA0E688-2265-9693-CDCB-08F9F055828B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0B04EC3B-ADB3-D906-1DFE-F44E52C1FCF7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FE015460-8FCF-49DB-4E84-33E4501E6C6C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1A2923AE-B424-8254-F1D7-0B7F352C9D6C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22D90D15-D26D-442A-F21C-034401FA425A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E75CFCD8-CA02-0A6E-9F84-E07CC1F359C6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6C6B50C-4241-1DC9-70E0-C6AA4161E03C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EAF1D762-B745-10BD-619E-1CD5DCC9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C224949D-84AD-0497-954D-AA18512FE0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9E0F8F-B39C-1F88-963E-20800FC545A5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298348E1-2FD1-B068-5CB5-67FBCB7E6C5C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EDD89C-0B63-62A9-6407-0C8554CD3BBD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2CE3DF-6A57-C4B6-BD1E-B5B3182EB433}"/>
              </a:ext>
            </a:extLst>
          </p:cNvPr>
          <p:cNvSpPr txBox="1"/>
          <p:nvPr/>
        </p:nvSpPr>
        <p:spPr>
          <a:xfrm rot="280129">
            <a:off x="3001716" y="410478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managed by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71DECB-C994-B67C-AC67-70E7C8E54632}"/>
              </a:ext>
            </a:extLst>
          </p:cNvPr>
          <p:cNvSpPr txBox="1"/>
          <p:nvPr/>
        </p:nvSpPr>
        <p:spPr>
          <a:xfrm rot="4200091">
            <a:off x="4118027" y="450488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shipped by &gt;</a:t>
            </a:r>
          </a:p>
        </p:txBody>
      </p:sp>
      <p:pic>
        <p:nvPicPr>
          <p:cNvPr id="35" name="Picture 34" descr="A close-up of a sign&#10;&#10;AI-generated content may be incorrect.">
            <a:extLst>
              <a:ext uri="{FF2B5EF4-FFF2-40B4-BE49-F238E27FC236}">
                <a16:creationId xmlns:a16="http://schemas.microsoft.com/office/drawing/2014/main" id="{9DD7E821-1389-21A0-08F4-52C4041C8D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093" b="-25875"/>
          <a:stretch>
            <a:fillRect/>
          </a:stretch>
        </p:blipFill>
        <p:spPr>
          <a:xfrm>
            <a:off x="3808113" y="4057748"/>
            <a:ext cx="571801" cy="25577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4A1054F-548A-7100-DD3F-480FE921A1AE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50881-23C5-6963-4DF7-30AAA51C245D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2605419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CB07FCA1-A664-B940-6702-4024661B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DD64D0D1-DC2C-0E86-ECF8-AD70F0D856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F0DB49F5-B299-FD22-9886-25A02384E1FA}"/>
              </a:ext>
            </a:extLst>
          </p:cNvPr>
          <p:cNvGrpSpPr/>
          <p:nvPr/>
        </p:nvGrpSpPr>
        <p:grpSpPr>
          <a:xfrm>
            <a:off x="1400683" y="58094"/>
            <a:ext cx="7509592" cy="4954364"/>
            <a:chOff x="1382395" y="112958"/>
            <a:chExt cx="7509592" cy="4954364"/>
          </a:xfrm>
        </p:grpSpPr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C8FA42E-DA71-23B9-D40F-6689B8206F50}"/>
                </a:ext>
              </a:extLst>
            </p:cNvPr>
            <p:cNvCxnSpPr>
              <a:stCxn id="10" idx="2"/>
              <a:endCxn id="22" idx="0"/>
            </p:cNvCxnSpPr>
            <p:nvPr/>
          </p:nvCxnSpPr>
          <p:spPr>
            <a:xfrm>
              <a:off x="2664658" y="1135367"/>
              <a:ext cx="1645371" cy="2989865"/>
            </a:xfrm>
            <a:prstGeom prst="line">
              <a:avLst/>
            </a:prstGeom>
            <a:ln>
              <a:solidFill>
                <a:srgbClr val="16722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8BDEC381-7BBC-EA81-ACDD-C0CC1F1354CA}"/>
                </a:ext>
              </a:extLst>
            </p:cNvPr>
            <p:cNvGrpSpPr/>
            <p:nvPr/>
          </p:nvGrpSpPr>
          <p:grpSpPr>
            <a:xfrm>
              <a:off x="1382395" y="214929"/>
              <a:ext cx="7400099" cy="4852393"/>
              <a:chOff x="2008274" y="214929"/>
              <a:chExt cx="5138672" cy="473476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547A542-BDB1-DF9B-23B1-E0179AC08E94}"/>
                  </a:ext>
                </a:extLst>
              </p:cNvPr>
              <p:cNvCxnSpPr>
                <a:stCxn id="20" idx="2"/>
                <a:endCxn id="21" idx="0"/>
              </p:cNvCxnSpPr>
              <p:nvPr/>
            </p:nvCxnSpPr>
            <p:spPr>
              <a:xfrm flipH="1">
                <a:off x="5209346" y="3474480"/>
                <a:ext cx="824551" cy="381759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8815544-2900-8E91-63EC-B07BE4711F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1240" y="1119428"/>
                <a:ext cx="307445" cy="819716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F4B6735A-00F4-B397-218C-210B70AEC7F5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V="1">
                <a:off x="3678743" y="392091"/>
                <a:ext cx="3238719" cy="80857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C6E2841A-1532-91DC-8F4B-A3EDA367B3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8298" y="521275"/>
                <a:ext cx="2515599" cy="203497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97E770E-5A93-1098-F961-F3C1E44EB3FB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H="1">
                <a:off x="6238883" y="2703363"/>
                <a:ext cx="678580" cy="644118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E5F6BBBC-12FF-1AA3-2306-C1E0C095AE86}"/>
                  </a:ext>
                </a:extLst>
              </p:cNvPr>
              <p:cNvSpPr/>
              <p:nvPr/>
            </p:nvSpPr>
            <p:spPr>
              <a:xfrm>
                <a:off x="3203043" y="385845"/>
                <a:ext cx="475700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Listing</a:t>
                </a:r>
                <a:endParaRPr lang="en-PT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ular Callout 7">
                <a:extLst>
                  <a:ext uri="{FF2B5EF4-FFF2-40B4-BE49-F238E27FC236}">
                    <a16:creationId xmlns:a16="http://schemas.microsoft.com/office/drawing/2014/main" id="{8D1365D8-866B-1F9B-60EA-343937D77294}"/>
                  </a:ext>
                </a:extLst>
              </p:cNvPr>
              <p:cNvSpPr/>
              <p:nvPr/>
            </p:nvSpPr>
            <p:spPr>
              <a:xfrm>
                <a:off x="3557481" y="214929"/>
                <a:ext cx="1453526" cy="132139"/>
              </a:xfrm>
              <a:prstGeom prst="wedgeRectCallout">
                <a:avLst>
                  <a:gd name="adj1" fmla="val -55018"/>
                  <a:gd name="adj2" fmla="val 53859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Represents a sale ad (direct sale or auction)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4B55B2E-F653-F2D0-0E09-A0848A3CDF6A}"/>
                  </a:ext>
                </a:extLst>
              </p:cNvPr>
              <p:cNvSpPr/>
              <p:nvPr/>
            </p:nvSpPr>
            <p:spPr>
              <a:xfrm>
                <a:off x="3245330" y="929376"/>
                <a:ext cx="391132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800" b="1" dirty="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FC8CF2F7-D080-9F32-1B16-F4B34DD4484D}"/>
                  </a:ext>
                </a:extLst>
              </p:cNvPr>
              <p:cNvSpPr/>
              <p:nvPr/>
            </p:nvSpPr>
            <p:spPr>
              <a:xfrm>
                <a:off x="2669201" y="93884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Auction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609DE25E-CF93-3296-B9EC-62893B0BD172}"/>
                  </a:ext>
                </a:extLst>
              </p:cNvPr>
              <p:cNvSpPr/>
              <p:nvPr/>
            </p:nvSpPr>
            <p:spPr>
              <a:xfrm>
                <a:off x="4259273" y="1447911"/>
                <a:ext cx="376151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39B35E8-9079-F8C0-5E3E-23D134139238}"/>
                  </a:ext>
                </a:extLst>
              </p:cNvPr>
              <p:cNvSpPr/>
              <p:nvPr/>
            </p:nvSpPr>
            <p:spPr>
              <a:xfrm>
                <a:off x="4447349" y="1113055"/>
                <a:ext cx="558066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13" name="Rectangular Callout 12">
                <a:extLst>
                  <a:ext uri="{FF2B5EF4-FFF2-40B4-BE49-F238E27FC236}">
                    <a16:creationId xmlns:a16="http://schemas.microsoft.com/office/drawing/2014/main" id="{5D40AFC2-62EA-7F74-8B0B-93076FD8D8EC}"/>
                  </a:ext>
                </a:extLst>
              </p:cNvPr>
              <p:cNvSpPr/>
              <p:nvPr/>
            </p:nvSpPr>
            <p:spPr>
              <a:xfrm>
                <a:off x="3705171" y="724771"/>
                <a:ext cx="1733658" cy="204605"/>
              </a:xfrm>
              <a:prstGeom prst="wedgeRectCallout">
                <a:avLst>
                  <a:gd name="adj1" fmla="val -54103"/>
                  <a:gd name="adj2" fmla="val 46498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Stock</a:t>
                </a:r>
              </a:p>
              <a:p>
                <a:pPr algn="just"/>
                <a:r>
                  <a:rPr lang="en-PT" sz="600" dirty="0"/>
                  <a:t>Contains physical attributes (e.g. weight, condition, etc)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0FE3DAB-E8A9-3B8A-1668-B731E7068B71}"/>
                  </a:ext>
                </a:extLst>
              </p:cNvPr>
              <p:cNvSpPr/>
              <p:nvPr/>
            </p:nvSpPr>
            <p:spPr>
              <a:xfrm>
                <a:off x="3293999" y="1826214"/>
                <a:ext cx="872113" cy="174206"/>
              </a:xfrm>
              <a:prstGeom prst="roundRect">
                <a:avLst/>
              </a:prstGeom>
              <a:solidFill>
                <a:srgbClr val="00206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BibliographicalData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0AC169C-CA6A-8999-B84C-A53CCC88AD5A}"/>
                  </a:ext>
                </a:extLst>
              </p:cNvPr>
              <p:cNvSpPr/>
              <p:nvPr/>
            </p:nvSpPr>
            <p:spPr>
              <a:xfrm>
                <a:off x="2403164" y="1932771"/>
                <a:ext cx="376151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BAB99CD-699A-5BD1-B50C-84F68E4A6A65}"/>
                  </a:ext>
                </a:extLst>
              </p:cNvPr>
              <p:cNvSpPr/>
              <p:nvPr/>
            </p:nvSpPr>
            <p:spPr>
              <a:xfrm>
                <a:off x="2669201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Bidder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054B3797-F98D-19D3-789E-E67866A0A038}"/>
                  </a:ext>
                </a:extLst>
              </p:cNvPr>
              <p:cNvSpPr/>
              <p:nvPr/>
            </p:nvSpPr>
            <p:spPr>
              <a:xfrm>
                <a:off x="4171410" y="2900071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User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02AB18E-8F70-A89B-1431-8F9ABBE9F4F1}"/>
                  </a:ext>
                </a:extLst>
              </p:cNvPr>
              <p:cNvSpPr/>
              <p:nvPr/>
            </p:nvSpPr>
            <p:spPr>
              <a:xfrm>
                <a:off x="6673353" y="1217968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Seller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07B41518-4B8B-C214-4B3E-857498FB6976}"/>
                  </a:ext>
                </a:extLst>
              </p:cNvPr>
              <p:cNvSpPr/>
              <p:nvPr/>
            </p:nvSpPr>
            <p:spPr>
              <a:xfrm>
                <a:off x="6687979" y="2529157"/>
                <a:ext cx="458967" cy="174206"/>
              </a:xfrm>
              <a:prstGeom prst="roundRect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Buyer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4A56EE2B-2628-47BA-CC1E-93F41B717C1A}"/>
                  </a:ext>
                </a:extLst>
              </p:cNvPr>
              <p:cNvSpPr/>
              <p:nvPr/>
            </p:nvSpPr>
            <p:spPr>
              <a:xfrm>
                <a:off x="5629111" y="3300274"/>
                <a:ext cx="80957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DirectSale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A198E228-BA9F-9590-7362-66AFDA92DA66}"/>
                  </a:ext>
                </a:extLst>
              </p:cNvPr>
              <p:cNvSpPr/>
              <p:nvPr/>
            </p:nvSpPr>
            <p:spPr>
              <a:xfrm>
                <a:off x="4979862" y="3856239"/>
                <a:ext cx="458967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Cart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6A783AB-BE3A-3964-A531-FECA111FE5C6}"/>
                  </a:ext>
                </a:extLst>
              </p:cNvPr>
              <p:cNvSpPr/>
              <p:nvPr/>
            </p:nvSpPr>
            <p:spPr>
              <a:xfrm>
                <a:off x="3690189" y="4030445"/>
                <a:ext cx="702102" cy="174206"/>
              </a:xfrm>
              <a:prstGeom prst="roundRect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Transaction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DC44EAC-E828-99C1-3AF4-58A0B8C77D23}"/>
                  </a:ext>
                </a:extLst>
              </p:cNvPr>
              <p:cNvSpPr/>
              <p:nvPr/>
            </p:nvSpPr>
            <p:spPr>
              <a:xfrm>
                <a:off x="2738791" y="3242238"/>
                <a:ext cx="702102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Community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20832C1A-D857-B2D8-F4E7-82DAE1FE2204}"/>
                  </a:ext>
                </a:extLst>
              </p:cNvPr>
              <p:cNvSpPr/>
              <p:nvPr/>
            </p:nvSpPr>
            <p:spPr>
              <a:xfrm>
                <a:off x="2290842" y="398542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SupportServices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EF39FA57-0E01-312B-07F8-423A657D06E2}"/>
                  </a:ext>
                </a:extLst>
              </p:cNvPr>
              <p:cNvSpPr/>
              <p:nvPr/>
            </p:nvSpPr>
            <p:spPr>
              <a:xfrm>
                <a:off x="3769643" y="4775492"/>
                <a:ext cx="811776" cy="174206"/>
              </a:xfrm>
              <a:prstGeom prst="roundRect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700" b="1" dirty="0">
                    <a:solidFill>
                      <a:schemeClr val="tx1"/>
                    </a:solidFill>
                  </a:rPr>
                  <a:t>LogisticServices</a:t>
                </a:r>
              </a:p>
            </p:txBody>
          </p:sp>
          <p:sp>
            <p:nvSpPr>
              <p:cNvPr id="26" name="Rectangular Callout 25">
                <a:extLst>
                  <a:ext uri="{FF2B5EF4-FFF2-40B4-BE49-F238E27FC236}">
                    <a16:creationId xmlns:a16="http://schemas.microsoft.com/office/drawing/2014/main" id="{ED62BE88-BDAA-BBF0-FD35-49D68B5D552D}"/>
                  </a:ext>
                </a:extLst>
              </p:cNvPr>
              <p:cNvSpPr/>
              <p:nvPr/>
            </p:nvSpPr>
            <p:spPr>
              <a:xfrm>
                <a:off x="3750209" y="2034735"/>
                <a:ext cx="1339049" cy="323463"/>
              </a:xfrm>
              <a:prstGeom prst="wedgeRectCallout">
                <a:avLst>
                  <a:gd name="adj1" fmla="val -57347"/>
                  <a:gd name="adj2" fmla="val -50117"/>
                </a:avLst>
              </a:prstGeom>
              <a:solidFill>
                <a:srgbClr val="FEFFDD"/>
              </a:solidFill>
              <a:ln w="3175">
                <a:solidFill>
                  <a:srgbClr val="08040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T" sz="600" dirty="0"/>
                  <a:t>Catalog</a:t>
                </a:r>
              </a:p>
              <a:p>
                <a:pPr algn="just"/>
                <a:r>
                  <a:rPr lang="en-PT" sz="600" dirty="0"/>
                  <a:t>Refers to the bibliographical information of either a Magazine or a Book (e.g. title, authors, etc)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7318457-16CC-2319-CB33-3D5F445ACEDC}"/>
                  </a:ext>
                </a:extLst>
              </p:cNvPr>
              <p:cNvCxnSpPr>
                <a:stCxn id="9" idx="0"/>
                <a:endCxn id="7" idx="2"/>
              </p:cNvCxnSpPr>
              <p:nvPr/>
            </p:nvCxnSpPr>
            <p:spPr>
              <a:xfrm flipH="1" flipV="1">
                <a:off x="3440893" y="560051"/>
                <a:ext cx="3" cy="369325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A5645E4-DBE7-AB68-F3C6-1E74D8F1916D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flipV="1">
                <a:off x="2898685" y="466825"/>
                <a:ext cx="304358" cy="472024"/>
              </a:xfrm>
              <a:prstGeom prst="line">
                <a:avLst/>
              </a:prstGeom>
              <a:ln>
                <a:solidFill>
                  <a:srgbClr val="1672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161312E-CA24-DB65-FBCE-4A8DDDB2F759}"/>
                  </a:ext>
                </a:extLst>
              </p:cNvPr>
              <p:cNvCxnSpPr>
                <a:stCxn id="9" idx="2"/>
                <a:endCxn id="14" idx="0"/>
              </p:cNvCxnSpPr>
              <p:nvPr/>
            </p:nvCxnSpPr>
            <p:spPr>
              <a:xfrm>
                <a:off x="3440896" y="1103582"/>
                <a:ext cx="289160" cy="72263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C83DC01-924A-CED2-6A92-DC4F2F93212D}"/>
                  </a:ext>
                </a:extLst>
              </p:cNvPr>
              <p:cNvCxnSpPr>
                <a:stCxn id="9" idx="3"/>
                <a:endCxn id="11" idx="1"/>
              </p:cNvCxnSpPr>
              <p:nvPr/>
            </p:nvCxnSpPr>
            <p:spPr>
              <a:xfrm>
                <a:off x="3636462" y="1016479"/>
                <a:ext cx="622811" cy="51853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FFCCC11-5EFE-037F-F41B-8B5295F2EC7E}"/>
                  </a:ext>
                </a:extLst>
              </p:cNvPr>
              <p:cNvCxnSpPr>
                <a:endCxn id="12" idx="1"/>
              </p:cNvCxnSpPr>
              <p:nvPr/>
            </p:nvCxnSpPr>
            <p:spPr>
              <a:xfrm>
                <a:off x="3636462" y="1015465"/>
                <a:ext cx="810887" cy="18469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48A5A29-E4CD-57E4-EA94-575110881BA6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>
                <a:off x="2591240" y="2106977"/>
                <a:ext cx="307445" cy="42218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32C5654-6422-A4FB-9BBC-DB201DEE9FD1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3128168" y="2616260"/>
                <a:ext cx="104324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4D27E01-88A4-4BC5-1B15-911013B3A675}"/>
                  </a:ext>
                </a:extLst>
              </p:cNvPr>
              <p:cNvCxnSpPr>
                <a:cxnSpLocks/>
                <a:stCxn id="23" idx="3"/>
                <a:endCxn id="17" idx="1"/>
              </p:cNvCxnSpPr>
              <p:nvPr/>
            </p:nvCxnSpPr>
            <p:spPr>
              <a:xfrm flipV="1">
                <a:off x="3440893" y="2987174"/>
                <a:ext cx="730517" cy="342167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5801937-1695-345E-FC7D-48F301F994C0}"/>
                  </a:ext>
                </a:extLst>
              </p:cNvPr>
              <p:cNvCxnSpPr>
                <a:cxnSpLocks/>
                <a:stCxn id="24" idx="0"/>
                <a:endCxn id="17" idx="2"/>
              </p:cNvCxnSpPr>
              <p:nvPr/>
            </p:nvCxnSpPr>
            <p:spPr>
              <a:xfrm flipV="1">
                <a:off x="2696730" y="3074277"/>
                <a:ext cx="1704164" cy="911145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4993F40-B664-65D0-7482-5AB525B63463}"/>
                  </a:ext>
                </a:extLst>
              </p:cNvPr>
              <p:cNvCxnSpPr>
                <a:stCxn id="17" idx="3"/>
                <a:endCxn id="19" idx="1"/>
              </p:cNvCxnSpPr>
              <p:nvPr/>
            </p:nvCxnSpPr>
            <p:spPr>
              <a:xfrm flipV="1">
                <a:off x="4630377" y="2616260"/>
                <a:ext cx="2057602" cy="370914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A73989A-C06F-526D-2FD7-977A223FA141}"/>
                  </a:ext>
                </a:extLst>
              </p:cNvPr>
              <p:cNvCxnSpPr>
                <a:stCxn id="17" idx="0"/>
                <a:endCxn id="18" idx="1"/>
              </p:cNvCxnSpPr>
              <p:nvPr/>
            </p:nvCxnSpPr>
            <p:spPr>
              <a:xfrm flipV="1">
                <a:off x="4400894" y="1305071"/>
                <a:ext cx="2272459" cy="1595000"/>
              </a:xfrm>
              <a:prstGeom prst="line">
                <a:avLst/>
              </a:prstGeom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6EC4C7D3-9A10-8BDF-15D3-5607F38684FF}"/>
                  </a:ext>
                </a:extLst>
              </p:cNvPr>
              <p:cNvCxnSpPr>
                <a:stCxn id="21" idx="1"/>
                <a:endCxn id="22" idx="3"/>
              </p:cNvCxnSpPr>
              <p:nvPr/>
            </p:nvCxnSpPr>
            <p:spPr>
              <a:xfrm flipH="1">
                <a:off x="4392291" y="3943342"/>
                <a:ext cx="587571" cy="174206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2270EE3B-1979-B292-3109-114FD13B80A8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4041240" y="4204651"/>
                <a:ext cx="134290" cy="570841"/>
              </a:xfrm>
              <a:prstGeom prst="line">
                <a:avLst/>
              </a:prstGeom>
              <a:solidFill>
                <a:srgbClr val="B16416"/>
              </a:solidFill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F15E357D-C684-A9D3-A61F-815596B1F4D4}"/>
                  </a:ext>
                </a:extLst>
              </p:cNvPr>
              <p:cNvCxnSpPr>
                <a:cxnSpLocks/>
                <a:stCxn id="22" idx="1"/>
                <a:endCxn id="24" idx="3"/>
              </p:cNvCxnSpPr>
              <p:nvPr/>
            </p:nvCxnSpPr>
            <p:spPr>
              <a:xfrm flipH="1" flipV="1">
                <a:off x="3102618" y="4072525"/>
                <a:ext cx="587571" cy="4502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F4684699-041B-83CE-7928-C0E217CDBFB6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 flipV="1">
                <a:off x="2008274" y="560051"/>
                <a:ext cx="282568" cy="3512474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C04A7187-257E-0277-F63E-AF3100F88D23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 flipV="1">
                <a:off x="2011680" y="472948"/>
                <a:ext cx="1191363" cy="87103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4C42F4B0-F17D-3D4E-D2FC-9E95E8EE02EC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H="1">
                <a:off x="6902837" y="398338"/>
                <a:ext cx="14121" cy="819630"/>
              </a:xfrm>
              <a:prstGeom prst="line">
                <a:avLst/>
              </a:prstGeom>
              <a:solidFill>
                <a:srgbClr val="542296"/>
              </a:solidFill>
              <a:ln>
                <a:solidFill>
                  <a:srgbClr val="A361E8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EF685367-E7FA-D051-2619-AA80161E52A5}"/>
                  </a:ext>
                </a:extLst>
              </p:cNvPr>
              <p:cNvCxnSpPr>
                <a:endCxn id="20" idx="0"/>
              </p:cNvCxnSpPr>
              <p:nvPr/>
            </p:nvCxnSpPr>
            <p:spPr>
              <a:xfrm>
                <a:off x="6033897" y="724771"/>
                <a:ext cx="0" cy="2575503"/>
              </a:xfrm>
              <a:prstGeom prst="line">
                <a:avLst/>
              </a:prstGeom>
              <a:solidFill>
                <a:srgbClr val="145714"/>
              </a:solidFill>
              <a:ln>
                <a:solidFill>
                  <a:srgbClr val="16722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ED4E44FF-7190-BED6-6E47-387285A7D3D0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C9769E26-6DF1-5B81-9DF4-9F442D82B780}"/>
                </a:ext>
              </a:extLst>
            </p:cNvPr>
            <p:cNvSpPr txBox="1"/>
            <p:nvPr/>
          </p:nvSpPr>
          <p:spPr>
            <a:xfrm>
              <a:off x="7634583" y="323149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BE06384E-6F49-8F6A-03A7-6362BCB7E5A5}"/>
                </a:ext>
              </a:extLst>
            </p:cNvPr>
            <p:cNvSpPr txBox="1"/>
            <p:nvPr/>
          </p:nvSpPr>
          <p:spPr>
            <a:xfrm>
              <a:off x="8368449" y="272594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89D6DEB-9E63-50A8-968B-08D895BF1D2D}"/>
                </a:ext>
              </a:extLst>
            </p:cNvPr>
            <p:cNvSpPr txBox="1"/>
            <p:nvPr/>
          </p:nvSpPr>
          <p:spPr>
            <a:xfrm>
              <a:off x="7124181" y="322048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A9AAD9FF-97EA-193B-8368-B5ED1100B2D2}"/>
                </a:ext>
              </a:extLst>
            </p:cNvPr>
            <p:cNvSpPr txBox="1"/>
            <p:nvPr/>
          </p:nvSpPr>
          <p:spPr>
            <a:xfrm>
              <a:off x="3737145" y="52074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1..*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1CF9365-F191-C4E9-2C46-E66A26FBEE52}"/>
                </a:ext>
              </a:extLst>
            </p:cNvPr>
            <p:cNvSpPr txBox="1"/>
            <p:nvPr/>
          </p:nvSpPr>
          <p:spPr>
            <a:xfrm>
              <a:off x="3736724" y="324582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665B163C-491C-F445-48B4-616723B69BF9}"/>
                </a:ext>
              </a:extLst>
            </p:cNvPr>
            <p:cNvSpPr txBox="1"/>
            <p:nvPr/>
          </p:nvSpPr>
          <p:spPr>
            <a:xfrm>
              <a:off x="8368449" y="108206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22B15A77-8A9B-D23E-3838-3A6CCE3C3CAD}"/>
                </a:ext>
              </a:extLst>
            </p:cNvPr>
            <p:cNvSpPr txBox="1"/>
            <p:nvPr/>
          </p:nvSpPr>
          <p:spPr>
            <a:xfrm rot="5400000">
              <a:off x="6843985" y="13382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be  &gt;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A68BF0AB-E67D-7F6C-20F5-830CCF2D09AF}"/>
                </a:ext>
              </a:extLst>
            </p:cNvPr>
            <p:cNvSpPr txBox="1"/>
            <p:nvPr/>
          </p:nvSpPr>
          <p:spPr>
            <a:xfrm>
              <a:off x="6861230" y="237870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created by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20088745-1A1C-BAA7-4448-0440DB89B7E1}"/>
                </a:ext>
              </a:extLst>
            </p:cNvPr>
            <p:cNvSpPr txBox="1"/>
            <p:nvPr/>
          </p:nvSpPr>
          <p:spPr>
            <a:xfrm rot="21185602">
              <a:off x="6308113" y="267513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A45E254E-6085-9EBC-3778-213DFBD206C2}"/>
                </a:ext>
              </a:extLst>
            </p:cNvPr>
            <p:cNvSpPr txBox="1"/>
            <p:nvPr/>
          </p:nvSpPr>
          <p:spPr>
            <a:xfrm>
              <a:off x="7840956" y="2523528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A3335F77-E225-3F90-1AE1-ED9751B55E08}"/>
                </a:ext>
              </a:extLst>
            </p:cNvPr>
            <p:cNvSpPr txBox="1"/>
            <p:nvPr/>
          </p:nvSpPr>
          <p:spPr>
            <a:xfrm>
              <a:off x="5112277" y="288666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96D009A6-8481-9922-8D79-17971C43CF6B}"/>
                </a:ext>
              </a:extLst>
            </p:cNvPr>
            <p:cNvSpPr txBox="1"/>
            <p:nvPr/>
          </p:nvSpPr>
          <p:spPr>
            <a:xfrm>
              <a:off x="4687286" y="278354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F030D65F-7E72-B445-9C85-7EF98C386112}"/>
                </a:ext>
              </a:extLst>
            </p:cNvPr>
            <p:cNvSpPr txBox="1"/>
            <p:nvPr/>
          </p:nvSpPr>
          <p:spPr>
            <a:xfrm>
              <a:off x="7875689" y="1388871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07F1AFF-F558-5964-1FC7-C8CD3ED24A90}"/>
                </a:ext>
              </a:extLst>
            </p:cNvPr>
            <p:cNvSpPr txBox="1"/>
            <p:nvPr/>
          </p:nvSpPr>
          <p:spPr>
            <a:xfrm rot="19855740">
              <a:off x="6293187" y="1841928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is a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E1173DC2-1231-4691-1A71-06E27BBB27A8}"/>
                </a:ext>
              </a:extLst>
            </p:cNvPr>
            <p:cNvSpPr txBox="1"/>
            <p:nvPr/>
          </p:nvSpPr>
          <p:spPr>
            <a:xfrm rot="968332">
              <a:off x="3610426" y="2783244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a &gt;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5B9D485E-4026-9D76-0AB8-19551DFA92E3}"/>
                </a:ext>
              </a:extLst>
            </p:cNvPr>
            <p:cNvSpPr txBox="1"/>
            <p:nvPr/>
          </p:nvSpPr>
          <p:spPr>
            <a:xfrm>
              <a:off x="4318966" y="2880489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296ADCDE-ABC6-9AC9-AC8C-494D211C8EA7}"/>
                </a:ext>
              </a:extLst>
            </p:cNvPr>
            <p:cNvSpPr txBox="1"/>
            <p:nvPr/>
          </p:nvSpPr>
          <p:spPr>
            <a:xfrm>
              <a:off x="2946432" y="251807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F25A6740-6E48-850D-0E52-783C14A24511}"/>
                </a:ext>
              </a:extLst>
            </p:cNvPr>
            <p:cNvSpPr txBox="1"/>
            <p:nvPr/>
          </p:nvSpPr>
          <p:spPr>
            <a:xfrm>
              <a:off x="3404160" y="336217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69152346-2229-6DE6-0B22-0DFFF01DE44C}"/>
                </a:ext>
              </a:extLst>
            </p:cNvPr>
            <p:cNvSpPr txBox="1"/>
            <p:nvPr/>
          </p:nvSpPr>
          <p:spPr>
            <a:xfrm>
              <a:off x="4334574" y="3048368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5FF78F70-1B53-3F39-537E-C85E20601752}"/>
                </a:ext>
              </a:extLst>
            </p:cNvPr>
            <p:cNvSpPr txBox="1"/>
            <p:nvPr/>
          </p:nvSpPr>
          <p:spPr>
            <a:xfrm>
              <a:off x="3395370" y="54127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90D84C87-0C79-6E2B-F084-2C3426B02992}"/>
                </a:ext>
              </a:extLst>
            </p:cNvPr>
            <p:cNvSpPr txBox="1"/>
            <p:nvPr/>
          </p:nvSpPr>
          <p:spPr>
            <a:xfrm>
              <a:off x="3395370" y="787334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34C79ADC-B11C-7B9C-2714-ABEB842EF37A}"/>
                </a:ext>
              </a:extLst>
            </p:cNvPr>
            <p:cNvSpPr txBox="1"/>
            <p:nvPr/>
          </p:nvSpPr>
          <p:spPr>
            <a:xfrm>
              <a:off x="3646323" y="1058866"/>
              <a:ext cx="3195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39950A1E-7824-CB08-C1D1-310A0A5148CC}"/>
                </a:ext>
              </a:extLst>
            </p:cNvPr>
            <p:cNvSpPr txBox="1"/>
            <p:nvPr/>
          </p:nvSpPr>
          <p:spPr>
            <a:xfrm>
              <a:off x="3691546" y="894995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C7F1EAD6-8AB0-5281-7A4B-24FED476F22F}"/>
                </a:ext>
              </a:extLst>
            </p:cNvPr>
            <p:cNvSpPr txBox="1"/>
            <p:nvPr/>
          </p:nvSpPr>
          <p:spPr>
            <a:xfrm>
              <a:off x="3292401" y="110360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5CD6B956-9421-7620-CDAC-B23E5866354B}"/>
                </a:ext>
              </a:extLst>
            </p:cNvPr>
            <p:cNvSpPr txBox="1"/>
            <p:nvPr/>
          </p:nvSpPr>
          <p:spPr>
            <a:xfrm>
              <a:off x="3639311" y="1694253"/>
              <a:ext cx="195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FF910C07-4AF4-3FD3-492C-AE0789A22F9C}"/>
                </a:ext>
              </a:extLst>
            </p:cNvPr>
            <p:cNvSpPr txBox="1"/>
            <p:nvPr/>
          </p:nvSpPr>
          <p:spPr>
            <a:xfrm>
              <a:off x="4350763" y="1530778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621AFAF9-BF8C-A784-1E94-6E389E4A353E}"/>
                </a:ext>
              </a:extLst>
            </p:cNvPr>
            <p:cNvSpPr txBox="1"/>
            <p:nvPr/>
          </p:nvSpPr>
          <p:spPr>
            <a:xfrm>
              <a:off x="4650028" y="1043963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30405F74-B491-DB38-3DBA-68DCEFE452FA}"/>
                </a:ext>
              </a:extLst>
            </p:cNvPr>
            <p:cNvSpPr txBox="1"/>
            <p:nvPr/>
          </p:nvSpPr>
          <p:spPr>
            <a:xfrm rot="3679629">
              <a:off x="3510454" y="1397463"/>
              <a:ext cx="44951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solidFill>
                    <a:schemeClr val="tx1"/>
                  </a:solidFill>
                </a:rPr>
                <a:t>ha</a:t>
              </a:r>
              <a:r>
                <a:rPr lang="en-PT" sz="700" dirty="0">
                  <a:solidFill>
                    <a:schemeClr val="tx1"/>
                  </a:solidFill>
                </a:rPr>
                <a:t>s &gt;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5DFA78F5-4D6A-FC9B-7E8D-39521CA520E0}"/>
                </a:ext>
              </a:extLst>
            </p:cNvPr>
            <p:cNvSpPr txBox="1"/>
            <p:nvPr/>
          </p:nvSpPr>
          <p:spPr>
            <a:xfrm rot="1686570">
              <a:off x="4026495" y="128409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46AEB69A-99EA-66CA-D90E-96A372971D62}"/>
                </a:ext>
              </a:extLst>
            </p:cNvPr>
            <p:cNvSpPr txBox="1"/>
            <p:nvPr/>
          </p:nvSpPr>
          <p:spPr>
            <a:xfrm rot="430646">
              <a:off x="4113868" y="100689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 is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F6A0C825-6165-F6AB-7FE2-185F04E9E242}"/>
                </a:ext>
              </a:extLst>
            </p:cNvPr>
            <p:cNvSpPr txBox="1"/>
            <p:nvPr/>
          </p:nvSpPr>
          <p:spPr>
            <a:xfrm>
              <a:off x="2888730" y="66323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announces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225BA70E-BF14-F2AA-DCB2-DB1695114EF1}"/>
                </a:ext>
              </a:extLst>
            </p:cNvPr>
            <p:cNvSpPr txBox="1"/>
            <p:nvPr/>
          </p:nvSpPr>
          <p:spPr>
            <a:xfrm rot="16200000">
              <a:off x="3288852" y="778288"/>
              <a:ext cx="19692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A3B92080-2698-5432-CB3E-9BEC087F9C85}"/>
                </a:ext>
              </a:extLst>
            </p:cNvPr>
            <p:cNvSpPr txBox="1"/>
            <p:nvPr/>
          </p:nvSpPr>
          <p:spPr>
            <a:xfrm rot="20420144">
              <a:off x="6382943" y="3656085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added to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008B5925-B7F8-9263-CBDC-045C296FBB58}"/>
                </a:ext>
              </a:extLst>
            </p:cNvPr>
            <p:cNvSpPr txBox="1"/>
            <p:nvPr/>
          </p:nvSpPr>
          <p:spPr>
            <a:xfrm rot="20355006">
              <a:off x="3191086" y="3452261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&lt; can request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3DF195A0-214F-2A42-D564-8675E52DBC1B}"/>
                </a:ext>
              </a:extLst>
            </p:cNvPr>
            <p:cNvSpPr txBox="1"/>
            <p:nvPr/>
          </p:nvSpPr>
          <p:spPr>
            <a:xfrm>
              <a:off x="6786757" y="35203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43618FE8-6BE4-19B2-25C8-966FE9B30DB9}"/>
                </a:ext>
              </a:extLst>
            </p:cNvPr>
            <p:cNvSpPr txBox="1"/>
            <p:nvPr/>
          </p:nvSpPr>
          <p:spPr>
            <a:xfrm>
              <a:off x="5886074" y="3786775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5EDE4B4D-EFC1-81D8-BAFC-8245CE1B25C7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9240488-10ED-53A5-EFAC-45F3388B483C}"/>
                </a:ext>
              </a:extLst>
            </p:cNvPr>
            <p:cNvSpPr txBox="1"/>
            <p:nvPr/>
          </p:nvSpPr>
          <p:spPr>
            <a:xfrm rot="21069478">
              <a:off x="4756538" y="4023103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E29A8EEB-8733-4A95-494D-543DE1E51180}"/>
                </a:ext>
              </a:extLst>
            </p:cNvPr>
            <p:cNvSpPr txBox="1"/>
            <p:nvPr/>
          </p:nvSpPr>
          <p:spPr>
            <a:xfrm>
              <a:off x="4231657" y="3949594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7EB0FD61-C6F1-B9DD-B4E8-BE6BED3E3180}"/>
                </a:ext>
              </a:extLst>
            </p:cNvPr>
            <p:cNvSpPr txBox="1"/>
            <p:nvPr/>
          </p:nvSpPr>
          <p:spPr>
            <a:xfrm rot="3716185">
              <a:off x="2796996" y="219977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can result in &gt;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71F6E3B4-54E5-A84A-8A21-0C46D10A9CB9}"/>
                </a:ext>
              </a:extLst>
            </p:cNvPr>
            <p:cNvSpPr txBox="1"/>
            <p:nvPr/>
          </p:nvSpPr>
          <p:spPr>
            <a:xfrm>
              <a:off x="2674679" y="1116158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C6D2B09-70FC-7D78-966F-CC168CDA19CE}"/>
                </a:ext>
              </a:extLst>
            </p:cNvPr>
            <p:cNvSpPr txBox="1"/>
            <p:nvPr/>
          </p:nvSpPr>
          <p:spPr>
            <a:xfrm>
              <a:off x="5467316" y="3888496"/>
              <a:ext cx="24549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4E925E61-9000-E137-9EF4-AE0FF5318E52}"/>
                </a:ext>
              </a:extLst>
            </p:cNvPr>
            <p:cNvSpPr txBox="1"/>
            <p:nvPr/>
          </p:nvSpPr>
          <p:spPr>
            <a:xfrm>
              <a:off x="3626310" y="404962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A587F5D2-C918-7538-7FF8-4C885A9545C0}"/>
                </a:ext>
              </a:extLst>
            </p:cNvPr>
            <p:cNvSpPr txBox="1"/>
            <p:nvPr/>
          </p:nvSpPr>
          <p:spPr>
            <a:xfrm>
              <a:off x="2912606" y="4009316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22A6B55D-58BD-C814-BD4A-F657E88CF387}"/>
                </a:ext>
              </a:extLst>
            </p:cNvPr>
            <p:cNvSpPr txBox="1"/>
            <p:nvPr/>
          </p:nvSpPr>
          <p:spPr>
            <a:xfrm>
              <a:off x="2484305" y="395095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429BE02A-38D0-2CAB-23FF-C61344070979}"/>
                </a:ext>
              </a:extLst>
            </p:cNvPr>
            <p:cNvSpPr txBox="1"/>
            <p:nvPr/>
          </p:nvSpPr>
          <p:spPr>
            <a:xfrm>
              <a:off x="4720672" y="3107281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9087D4A2-C5AF-521B-6C4A-951DA2D5CD60}"/>
                </a:ext>
              </a:extLst>
            </p:cNvPr>
            <p:cNvSpPr txBox="1"/>
            <p:nvPr/>
          </p:nvSpPr>
          <p:spPr>
            <a:xfrm>
              <a:off x="4153092" y="4274724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7C8F2226-40F5-7677-3FAC-01C2272E490E}"/>
                </a:ext>
              </a:extLst>
            </p:cNvPr>
            <p:cNvSpPr txBox="1"/>
            <p:nvPr/>
          </p:nvSpPr>
          <p:spPr>
            <a:xfrm>
              <a:off x="4314636" y="4738020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5A879010-921F-5DE6-A932-E3F3012404D5}"/>
                </a:ext>
              </a:extLst>
            </p:cNvPr>
            <p:cNvSpPr txBox="1"/>
            <p:nvPr/>
          </p:nvSpPr>
          <p:spPr>
            <a:xfrm>
              <a:off x="2419168" y="244313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0FC02011-BAE7-7A21-892D-66EC93FCDD30}"/>
                </a:ext>
              </a:extLst>
            </p:cNvPr>
            <p:cNvSpPr txBox="1"/>
            <p:nvPr/>
          </p:nvSpPr>
          <p:spPr>
            <a:xfrm>
              <a:off x="2095319" y="2118396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B8AA4E14-CAFB-FA05-A331-E9892FCE3511}"/>
                </a:ext>
              </a:extLst>
            </p:cNvPr>
            <p:cNvSpPr txBox="1"/>
            <p:nvPr/>
          </p:nvSpPr>
          <p:spPr>
            <a:xfrm>
              <a:off x="2047373" y="1826539"/>
              <a:ext cx="3717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5AE55ED1-D109-136C-7CB8-6991FD89FA71}"/>
                </a:ext>
              </a:extLst>
            </p:cNvPr>
            <p:cNvSpPr txBox="1"/>
            <p:nvPr/>
          </p:nvSpPr>
          <p:spPr>
            <a:xfrm>
              <a:off x="2443141" y="1128366"/>
              <a:ext cx="245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9537164C-C295-1C3A-4CC9-E8EB84E9DC65}"/>
                </a:ext>
              </a:extLst>
            </p:cNvPr>
            <p:cNvSpPr txBox="1"/>
            <p:nvPr/>
          </p:nvSpPr>
          <p:spPr>
            <a:xfrm>
              <a:off x="2430586" y="784930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4AFDF624-2149-9BF7-088B-0E88995B9AAC}"/>
                </a:ext>
              </a:extLst>
            </p:cNvPr>
            <p:cNvSpPr txBox="1"/>
            <p:nvPr/>
          </p:nvSpPr>
          <p:spPr>
            <a:xfrm>
              <a:off x="2834782" y="453257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855F5B3B-C4BD-0C4A-2CC0-68D19B00C86A}"/>
                </a:ext>
              </a:extLst>
            </p:cNvPr>
            <p:cNvSpPr txBox="1"/>
            <p:nvPr/>
          </p:nvSpPr>
          <p:spPr>
            <a:xfrm rot="18430951">
              <a:off x="2522311" y="433662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&lt;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8EE5D9B1-1BFA-2D25-C135-0C85535DAF3B}"/>
                </a:ext>
              </a:extLst>
            </p:cNvPr>
            <p:cNvSpPr txBox="1"/>
            <p:nvPr/>
          </p:nvSpPr>
          <p:spPr>
            <a:xfrm>
              <a:off x="2375025" y="549889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700" dirty="0">
                  <a:solidFill>
                    <a:schemeClr val="tx1"/>
                  </a:solidFill>
                </a:rPr>
                <a:t>can </a:t>
              </a:r>
              <a:r>
                <a:rPr lang="pt-PT" sz="700" dirty="0" err="1">
                  <a:solidFill>
                    <a:schemeClr val="tx1"/>
                  </a:solidFill>
                </a:rPr>
                <a:t>be</a:t>
              </a:r>
              <a:r>
                <a:rPr lang="pt-PT" sz="700" dirty="0">
                  <a:solidFill>
                    <a:schemeClr val="tx1"/>
                  </a:solidFill>
                </a:rPr>
                <a:t> an</a:t>
              </a:r>
              <a:endParaRPr lang="en-PT" sz="700" dirty="0">
                <a:solidFill>
                  <a:schemeClr val="tx1"/>
                </a:solidFill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5B129B33-2C46-4662-9079-263F87521422}"/>
                </a:ext>
              </a:extLst>
            </p:cNvPr>
            <p:cNvSpPr txBox="1"/>
            <p:nvPr/>
          </p:nvSpPr>
          <p:spPr>
            <a:xfrm rot="5086708">
              <a:off x="1079399" y="2190013"/>
              <a:ext cx="8414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is regulated by &gt;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EE15C222-2D87-ED7B-2A69-A8EAB2CF2387}"/>
                </a:ext>
              </a:extLst>
            </p:cNvPr>
            <p:cNvSpPr txBox="1"/>
            <p:nvPr/>
          </p:nvSpPr>
          <p:spPr>
            <a:xfrm>
              <a:off x="2897314" y="310231"/>
              <a:ext cx="523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CDCF2806-B290-3D18-7171-DFB731B35AF7}"/>
                </a:ext>
              </a:extLst>
            </p:cNvPr>
            <p:cNvSpPr txBox="1"/>
            <p:nvPr/>
          </p:nvSpPr>
          <p:spPr>
            <a:xfrm>
              <a:off x="1519124" y="4008387"/>
              <a:ext cx="371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700" dirty="0">
                  <a:solidFill>
                    <a:schemeClr val="tx1"/>
                  </a:solidFill>
                </a:rPr>
                <a:t>0..1</a:t>
              </a:r>
            </a:p>
          </p:txBody>
        </p:sp>
      </p:grp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E7034346-24AB-CE8B-AA68-14343C4B7CC5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CF08866C-DF92-5D76-3A01-CA93D1051BF1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F2F83224-7262-8311-3D5A-25F61840F5C7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B902854E-1059-FE5C-41FD-60F26E52CD82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E1E3EE58-2F3D-3C9C-5E33-EC25C017161F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E8CA0B8F-C35D-DB51-7B7B-F9C45DD940D1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94C1E173-ED1D-6122-D82F-0DF62778ADF2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919B80ED-9127-C4DE-20A9-71784CAD1C11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2F07A376-1C0E-5C37-FD29-ABB443C94FF0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9CBD0D47-808E-DD8C-59B2-CBB7AE9D6AB9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0196A255-39F7-E9B2-8B4A-1731D2C0B00B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E8D147D5-F6D5-33A6-D258-E537D85A0CEE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F6D6E1DE-DB58-856F-59C3-263986E2469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A243F602-9500-0BBD-46FE-26461B11BCBC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D922201A-5C59-FC9E-69DC-3FD531B4AB75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0DB61AFA-9DA6-A7B6-57C4-FB2F7AC4ADC4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3AF1BA95-4DFD-D574-42B8-EFE3B3A227D0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D37ECEFD-3094-0D22-E669-59754BF9E122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C90C387D-5E6C-493B-CBDE-6F59D5CB91EB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B3917D08-E108-87E8-F304-D01B2BD56403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F2777E7B-ABCC-B89B-6E13-EADBB3EE0931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A738B5A7-5C2D-5B4A-0888-D65C0AD6D7F7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3EB03D64-73E4-469F-C3FB-653EB8338C6D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3B0F804F-3F0E-AA6D-38E6-48F57EF26790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620D5EFA-7E8C-0B31-7DF1-0AE813863260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F7404764-F049-2545-D5FC-9BE5E55E71FE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C46534B2-C9D6-36EF-6B09-51F31C38566F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9448ACDE-8EA5-3EC0-F43E-5BFAC988E57C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020205AF-8023-8A1D-041D-F9706DB1065D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8EC0D2F5-2A67-90AA-E56C-B5EB30D07B3F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29E1EFC6-E945-C210-F684-D36FFC35C196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6A68BC1E-B790-6674-F020-303465FFC48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A7D9415E-2D5E-331F-FD81-09F72B29E622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B6A5C09C-F318-D7C3-2773-53B7B0604891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75B0522B-20AE-62CF-BDC3-55435647CC2B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D9F60FD6-88F1-CAA6-37F8-6E588410AF5E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54915117-1D6C-F306-6EE2-A88E9498E0A4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2E7AD1CB-F069-D638-AE91-A18C0BB53038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6678345A-524C-25CC-3BCB-FC358FEA0C59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50F9451D-4EF2-4F4E-DF34-E85402F62083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95321C46-8F16-55E0-25E3-D04D4E0112D3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66F5E551-BBE4-44DA-F3FF-4982817AD26D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5958602C-794D-F46F-EBB7-80A6FB545C1B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BCF41EF4-661A-CFF4-D16C-D39D056B4952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798F449F-7F1B-96DE-4B06-43405AA580FA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BF59BBDD-FD71-85CB-03DD-8332FF960B67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EFFABA5A-5C90-FAAF-4D38-E0E2B28EE58C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E37D863B-BE6D-E1FF-1AB6-4EFF9AF7B7CB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04774CDA-5762-558F-1A46-ABAAE264EAE3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59D0960-14F4-8375-CC23-CC9F85D83CEC}"/>
              </a:ext>
            </a:extLst>
          </p:cNvPr>
          <p:cNvSpPr txBox="1"/>
          <p:nvPr/>
        </p:nvSpPr>
        <p:spPr>
          <a:xfrm rot="17752467">
            <a:off x="1974888" y="135636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may have</a:t>
            </a:r>
          </a:p>
        </p:txBody>
      </p:sp>
      <p:pic>
        <p:nvPicPr>
          <p:cNvPr id="3" name="Picture 2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3A6E2797-D168-03CF-1BAC-1F25B425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99"/>
          <a:stretch>
            <a:fillRect/>
          </a:stretch>
        </p:blipFill>
        <p:spPr>
          <a:xfrm>
            <a:off x="3106057" y="424542"/>
            <a:ext cx="711200" cy="125731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5A010D00-A824-FF0E-D9FF-BC70C6E5C8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000" b="-8235"/>
          <a:stretch>
            <a:fillRect/>
          </a:stretch>
        </p:blipFill>
        <p:spPr>
          <a:xfrm>
            <a:off x="3112588" y="323122"/>
            <a:ext cx="355600" cy="23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B740D8-97D7-B6C0-4651-AF97C10807BB}"/>
              </a:ext>
            </a:extLst>
          </p:cNvPr>
          <p:cNvSpPr txBox="1"/>
          <p:nvPr/>
        </p:nvSpPr>
        <p:spPr>
          <a:xfrm rot="20926618">
            <a:off x="4879650" y="403349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result in</a:t>
            </a:r>
          </a:p>
        </p:txBody>
      </p: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1B505F5B-022F-9F17-C689-0EB14BBC3CA0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D97894-595A-274F-8141-316FDCD399F6}"/>
              </a:ext>
            </a:extLst>
          </p:cNvPr>
          <p:cNvSpPr txBox="1"/>
          <p:nvPr/>
        </p:nvSpPr>
        <p:spPr>
          <a:xfrm rot="20575313">
            <a:off x="3571304" y="302797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is part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22DAC1-58DD-651A-63B0-84C39FC911CE}"/>
              </a:ext>
            </a:extLst>
          </p:cNvPr>
          <p:cNvSpPr txBox="1"/>
          <p:nvPr/>
        </p:nvSpPr>
        <p:spPr>
          <a:xfrm rot="280129">
            <a:off x="3001716" y="410478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managed by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0CCAAE-AF61-2F6A-4A71-313B39DDB6E5}"/>
              </a:ext>
            </a:extLst>
          </p:cNvPr>
          <p:cNvSpPr txBox="1"/>
          <p:nvPr/>
        </p:nvSpPr>
        <p:spPr>
          <a:xfrm rot="4200091">
            <a:off x="4118027" y="450488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shipped by &gt;</a:t>
            </a:r>
          </a:p>
        </p:txBody>
      </p:sp>
      <p:pic>
        <p:nvPicPr>
          <p:cNvPr id="35" name="Picture 34" descr="A close-up of a sign&#10;&#10;AI-generated content may be incorrect.">
            <a:extLst>
              <a:ext uri="{FF2B5EF4-FFF2-40B4-BE49-F238E27FC236}">
                <a16:creationId xmlns:a16="http://schemas.microsoft.com/office/drawing/2014/main" id="{467A42C2-CAA2-6866-B33D-BDB3C6696F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093" b="-25875"/>
          <a:stretch>
            <a:fillRect/>
          </a:stretch>
        </p:blipFill>
        <p:spPr>
          <a:xfrm>
            <a:off x="3808113" y="4057748"/>
            <a:ext cx="571801" cy="25577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31BBBF5-C1D1-D01F-B7D2-18DFE89C50FC}"/>
              </a:ext>
            </a:extLst>
          </p:cNvPr>
          <p:cNvSpPr txBox="1"/>
          <p:nvPr/>
        </p:nvSpPr>
        <p:spPr>
          <a:xfrm rot="2622415">
            <a:off x="2206550" y="226732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offered by 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6BF94-4198-7A6F-0092-30C183FEA4A0}"/>
              </a:ext>
            </a:extLst>
          </p:cNvPr>
          <p:cNvSpPr txBox="1"/>
          <p:nvPr/>
        </p:nvSpPr>
        <p:spPr>
          <a:xfrm rot="19481192">
            <a:off x="7774200" y="289734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buys through</a:t>
            </a:r>
          </a:p>
        </p:txBody>
      </p:sp>
    </p:spTree>
    <p:extLst>
      <p:ext uri="{BB962C8B-B14F-4D97-AF65-F5344CB8AC3E}">
        <p14:creationId xmlns:p14="http://schemas.microsoft.com/office/powerpoint/2010/main" val="1822172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7208C0E1-7A94-1E42-3490-6605AB6A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9835E14B-04BF-6956-7062-87ED1F5AFF55}"/>
              </a:ext>
            </a:extLst>
          </p:cNvPr>
          <p:cNvCxnSpPr>
            <a:stCxn id="484" idx="0"/>
            <a:endCxn id="29" idx="2"/>
          </p:cNvCxnSpPr>
          <p:nvPr/>
        </p:nvCxnSpPr>
        <p:spPr>
          <a:xfrm flipV="1">
            <a:off x="1656637" y="2764812"/>
            <a:ext cx="760598" cy="517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5" name="Google Shape;485;p39">
            <a:extLst>
              <a:ext uri="{FF2B5EF4-FFF2-40B4-BE49-F238E27FC236}">
                <a16:creationId xmlns:a16="http://schemas.microsoft.com/office/drawing/2014/main" id="{216A5340-C685-3A93-A609-FD3FA74F2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1613088" y="2142408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DOMAIN MODEL</a:t>
            </a:r>
            <a:endParaRPr sz="2800" dirty="0"/>
          </a:p>
        </p:txBody>
      </p:sp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25E0116E-2587-B2AA-6F82-9177F93ECD6B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F8682361-57FE-92E3-3E28-6E3FD5653BDD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1141D57B-343C-6BB7-55FE-24209CE96A38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A65EF890-42E3-9BC9-64E2-45D801EA2537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16AB98A3-F3A1-F363-F4A4-D68BF059D493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9682317F-AF09-7869-C50C-14C0B5D32DDC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A7924957-9F5B-90FB-E4D2-B690B5A19A01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1164DEFA-209D-1A41-9B64-7F9C89CA38D7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0B39BDB3-68E3-6FDF-91CD-E4EE1F52B75E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5E30452B-85DE-BC6A-CC25-20C05FD116A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F3237044-EE5A-34D2-086C-B06B66DBB6D4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2387A528-0F74-87E5-2BDD-6873F439F15A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D0DA3C01-5610-F381-1A62-287E2B59B38B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14FA52CB-694F-11D2-77B7-1B2DA072C069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92D7CE78-096D-DA75-A13B-054FEE85E410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187399DA-4B26-3A13-5B87-642E57356574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91C99088-0D2D-983B-CEDB-2929630E0AAA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A7D22953-9FBF-3AA2-03E0-7842B4FEF0EB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CB832B8D-7F72-422D-03C2-AD3B93E45C5E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04DECE46-73FC-BC90-8692-668E017685AF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CDC8D947-265A-F53C-FC8B-5D732BA7236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3A5D1B26-057B-E324-3B5E-73261B17C3AB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449C8540-19CD-F2C0-51A4-2CD6D9A90410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0D746FC7-824E-DA7C-5852-065E4674CE5A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6E65BB8B-D508-D7E0-9B01-A678155C634B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751C7AC5-383E-0054-0AC4-4B8C824E3743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30FBB0DE-4E59-B636-3134-581D923D2A99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423E6BC3-3EBE-252D-3170-7E5727A234F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1726878B-BABF-77C4-646A-91C8A2F3D927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707EC14A-C5C8-DE9C-B28E-D1EF026267CC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C44ED035-5C9F-02EC-F25D-101E074BFC2F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90E32010-4F8A-0C3F-C26C-4CAFC919F909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5E563FCD-E801-F09F-94DB-692BA8BCA7E5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3037DFE5-ACE0-A498-1C9F-29F73BBB6F9D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EE412027-9711-F9C7-BB90-95A8C5AA8B52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B7780343-C4FD-9BC7-B082-2879D00ED976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3B182632-9379-9EDD-41E7-AD347D48CFB5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8FAE932C-4531-834C-D834-9262503CCAD8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E4FA7820-441D-FE45-BCD4-E921B36B18BE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13074;p89">
            <a:extLst>
              <a:ext uri="{FF2B5EF4-FFF2-40B4-BE49-F238E27FC236}">
                <a16:creationId xmlns:a16="http://schemas.microsoft.com/office/drawing/2014/main" id="{7305367B-3645-D846-47D4-F5B09DA9947D}"/>
              </a:ext>
            </a:extLst>
          </p:cNvPr>
          <p:cNvGrpSpPr/>
          <p:nvPr/>
        </p:nvGrpSpPr>
        <p:grpSpPr>
          <a:xfrm rot="16200000">
            <a:off x="359314" y="4313852"/>
            <a:ext cx="354363" cy="354395"/>
            <a:chOff x="3712952" y="1970604"/>
            <a:chExt cx="354363" cy="354395"/>
          </a:xfrm>
        </p:grpSpPr>
        <p:sp>
          <p:nvSpPr>
            <p:cNvPr id="612" name="Google Shape;13075;p89">
              <a:extLst>
                <a:ext uri="{FF2B5EF4-FFF2-40B4-BE49-F238E27FC236}">
                  <a16:creationId xmlns:a16="http://schemas.microsoft.com/office/drawing/2014/main" id="{260E3B5E-E067-7CE4-67C1-D5253AC360E8}"/>
                </a:ext>
              </a:extLst>
            </p:cNvPr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076;p89">
              <a:extLst>
                <a:ext uri="{FF2B5EF4-FFF2-40B4-BE49-F238E27FC236}">
                  <a16:creationId xmlns:a16="http://schemas.microsoft.com/office/drawing/2014/main" id="{47D1C5D8-68D2-D72D-D239-82CBA15C24B0}"/>
                </a:ext>
              </a:extLst>
            </p:cNvPr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077;p89">
              <a:extLst>
                <a:ext uri="{FF2B5EF4-FFF2-40B4-BE49-F238E27FC236}">
                  <a16:creationId xmlns:a16="http://schemas.microsoft.com/office/drawing/2014/main" id="{B38AB330-AC8F-0ABE-DC89-A655C2C3EB32}"/>
                </a:ext>
              </a:extLst>
            </p:cNvPr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078;p89">
              <a:extLst>
                <a:ext uri="{FF2B5EF4-FFF2-40B4-BE49-F238E27FC236}">
                  <a16:creationId xmlns:a16="http://schemas.microsoft.com/office/drawing/2014/main" id="{F521C1C5-1CA7-2F16-9621-F76CAEB8671F}"/>
                </a:ext>
              </a:extLst>
            </p:cNvPr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079;p89">
              <a:extLst>
                <a:ext uri="{FF2B5EF4-FFF2-40B4-BE49-F238E27FC236}">
                  <a16:creationId xmlns:a16="http://schemas.microsoft.com/office/drawing/2014/main" id="{B777F5B0-49EE-C2E4-852D-F564426BBAB5}"/>
                </a:ext>
              </a:extLst>
            </p:cNvPr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080;p89">
              <a:extLst>
                <a:ext uri="{FF2B5EF4-FFF2-40B4-BE49-F238E27FC236}">
                  <a16:creationId xmlns:a16="http://schemas.microsoft.com/office/drawing/2014/main" id="{339E726F-50DD-55CE-B61A-B79A65ADBEE2}"/>
                </a:ext>
              </a:extLst>
            </p:cNvPr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081;p89">
              <a:extLst>
                <a:ext uri="{FF2B5EF4-FFF2-40B4-BE49-F238E27FC236}">
                  <a16:creationId xmlns:a16="http://schemas.microsoft.com/office/drawing/2014/main" id="{DC4F2656-077B-4E8E-C2AC-E4549DB4AD4D}"/>
                </a:ext>
              </a:extLst>
            </p:cNvPr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082;p89">
              <a:extLst>
                <a:ext uri="{FF2B5EF4-FFF2-40B4-BE49-F238E27FC236}">
                  <a16:creationId xmlns:a16="http://schemas.microsoft.com/office/drawing/2014/main" id="{3A483821-455B-8FD6-BD39-58BEB80A0F13}"/>
                </a:ext>
              </a:extLst>
            </p:cNvPr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3083;p89">
              <a:extLst>
                <a:ext uri="{FF2B5EF4-FFF2-40B4-BE49-F238E27FC236}">
                  <a16:creationId xmlns:a16="http://schemas.microsoft.com/office/drawing/2014/main" id="{24AE4C8D-7064-59FD-0088-A441FED17E68}"/>
                </a:ext>
              </a:extLst>
            </p:cNvPr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485;p39">
            <a:extLst>
              <a:ext uri="{FF2B5EF4-FFF2-40B4-BE49-F238E27FC236}">
                <a16:creationId xmlns:a16="http://schemas.microsoft.com/office/drawing/2014/main" id="{491FAEFF-4429-9AD1-AC53-FCD7146F5C15}"/>
              </a:ext>
            </a:extLst>
          </p:cNvPr>
          <p:cNvSpPr txBox="1">
            <a:spLocks/>
          </p:cNvSpPr>
          <p:nvPr/>
        </p:nvSpPr>
        <p:spPr>
          <a:xfrm rot="16200000">
            <a:off x="-1187676" y="2273697"/>
            <a:ext cx="431718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Krona One"/>
              <a:buNone/>
              <a:defRPr sz="2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2000" dirty="0">
                <a:solidFill>
                  <a:srgbClr val="FF9900"/>
                </a:solidFill>
                <a:latin typeface="Krub Light" pitchFamily="2" charset="-34"/>
                <a:cs typeface="Krub Light" pitchFamily="2" charset="-34"/>
              </a:rPr>
              <a:t>Speculation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03306D-70EE-FD06-CBB8-C378EB71ED94}"/>
              </a:ext>
            </a:extLst>
          </p:cNvPr>
          <p:cNvSpPr/>
          <p:nvPr/>
        </p:nvSpPr>
        <p:spPr>
          <a:xfrm>
            <a:off x="2844491" y="882499"/>
            <a:ext cx="685046" cy="178534"/>
          </a:xfrm>
          <a:prstGeom prst="roundRect">
            <a:avLst/>
          </a:prstGeom>
          <a:solidFill>
            <a:srgbClr val="542296"/>
          </a:solidFill>
          <a:ln>
            <a:solidFill>
              <a:srgbClr val="A36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800" b="1" dirty="0">
                <a:solidFill>
                  <a:schemeClr val="tx1"/>
                </a:solidFill>
              </a:rPr>
              <a:t>Listing</a:t>
            </a:r>
            <a:endParaRPr lang="en-PT" sz="1000" b="1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80EED18-AFB4-DDC1-249C-DB1232DB2E72}"/>
              </a:ext>
            </a:extLst>
          </p:cNvPr>
          <p:cNvSpPr/>
          <p:nvPr/>
        </p:nvSpPr>
        <p:spPr>
          <a:xfrm>
            <a:off x="2086760" y="2586278"/>
            <a:ext cx="660949" cy="178534"/>
          </a:xfrm>
          <a:prstGeom prst="roundRect">
            <a:avLst/>
          </a:prstGeom>
          <a:solidFill>
            <a:srgbClr val="542296"/>
          </a:solidFill>
          <a:ln>
            <a:solidFill>
              <a:srgbClr val="A36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075FEE4-C3F1-06D4-9742-BBD180FFE8EA}"/>
              </a:ext>
            </a:extLst>
          </p:cNvPr>
          <p:cNvSpPr/>
          <p:nvPr/>
        </p:nvSpPr>
        <p:spPr>
          <a:xfrm>
            <a:off x="2687642" y="4159458"/>
            <a:ext cx="1011083" cy="178534"/>
          </a:xfrm>
          <a:prstGeom prst="roundRect">
            <a:avLst/>
          </a:prstGeom>
          <a:solidFill>
            <a:srgbClr val="542296"/>
          </a:solidFill>
          <a:ln>
            <a:solidFill>
              <a:srgbClr val="A36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Transaction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4B67B85-1AB5-232F-A883-7DAE368B04BB}"/>
              </a:ext>
            </a:extLst>
          </p:cNvPr>
          <p:cNvSpPr/>
          <p:nvPr/>
        </p:nvSpPr>
        <p:spPr>
          <a:xfrm>
            <a:off x="4820583" y="1337412"/>
            <a:ext cx="1011083" cy="178534"/>
          </a:xfrm>
          <a:prstGeom prst="roundRect">
            <a:avLst/>
          </a:prstGeom>
          <a:solidFill>
            <a:srgbClr val="B16416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Community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8C54CA6-3215-67C1-26E9-C484FA00F2E1}"/>
              </a:ext>
            </a:extLst>
          </p:cNvPr>
          <p:cNvSpPr/>
          <p:nvPr/>
        </p:nvSpPr>
        <p:spPr>
          <a:xfrm>
            <a:off x="5326125" y="2586278"/>
            <a:ext cx="1169022" cy="178534"/>
          </a:xfrm>
          <a:prstGeom prst="roundRect">
            <a:avLst/>
          </a:prstGeom>
          <a:solidFill>
            <a:srgbClr val="B16416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SupportServices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73D3F09-72CB-CF9C-4BB8-CEEEB42D8C0D}"/>
              </a:ext>
            </a:extLst>
          </p:cNvPr>
          <p:cNvSpPr/>
          <p:nvPr/>
        </p:nvSpPr>
        <p:spPr>
          <a:xfrm>
            <a:off x="4767606" y="3716821"/>
            <a:ext cx="1169022" cy="178534"/>
          </a:xfrm>
          <a:prstGeom prst="roundRect">
            <a:avLst/>
          </a:prstGeom>
          <a:solidFill>
            <a:srgbClr val="B16416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LogisticServices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E933260-1B25-1ADA-5CC6-8DD06535284D}"/>
              </a:ext>
            </a:extLst>
          </p:cNvPr>
          <p:cNvCxnSpPr>
            <a:stCxn id="29" idx="0"/>
            <a:endCxn id="42" idx="1"/>
          </p:cNvCxnSpPr>
          <p:nvPr/>
        </p:nvCxnSpPr>
        <p:spPr>
          <a:xfrm flipV="1">
            <a:off x="2417235" y="1426679"/>
            <a:ext cx="2403348" cy="1159599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3A8B222-648C-CBB1-B663-8D520B136DF9}"/>
              </a:ext>
            </a:extLst>
          </p:cNvPr>
          <p:cNvCxnSpPr>
            <a:stCxn id="40" idx="3"/>
            <a:endCxn id="46" idx="2"/>
          </p:cNvCxnSpPr>
          <p:nvPr/>
        </p:nvCxnSpPr>
        <p:spPr>
          <a:xfrm flipV="1">
            <a:off x="3698725" y="3895355"/>
            <a:ext cx="1653392" cy="35337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530C94-0694-3114-16AE-F3082FA7CF95}"/>
              </a:ext>
            </a:extLst>
          </p:cNvPr>
          <p:cNvCxnSpPr>
            <a:stCxn id="2" idx="3"/>
            <a:endCxn id="44" idx="1"/>
          </p:cNvCxnSpPr>
          <p:nvPr/>
        </p:nvCxnSpPr>
        <p:spPr>
          <a:xfrm>
            <a:off x="3529537" y="971766"/>
            <a:ext cx="1796588" cy="1703779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436A58-5D56-9C39-2243-9AE9A09A261B}"/>
              </a:ext>
            </a:extLst>
          </p:cNvPr>
          <p:cNvCxnSpPr>
            <a:stCxn id="40" idx="0"/>
            <a:endCxn id="44" idx="1"/>
          </p:cNvCxnSpPr>
          <p:nvPr/>
        </p:nvCxnSpPr>
        <p:spPr>
          <a:xfrm flipV="1">
            <a:off x="3193184" y="2675545"/>
            <a:ext cx="2132941" cy="1483913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600890A-A4AB-7F07-D69B-3B5318D7E53E}"/>
              </a:ext>
            </a:extLst>
          </p:cNvPr>
          <p:cNvCxnSpPr>
            <a:stCxn id="29" idx="3"/>
            <a:endCxn id="44" idx="1"/>
          </p:cNvCxnSpPr>
          <p:nvPr/>
        </p:nvCxnSpPr>
        <p:spPr>
          <a:xfrm>
            <a:off x="2747709" y="2675545"/>
            <a:ext cx="2578416" cy="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TextBox 457">
            <a:extLst>
              <a:ext uri="{FF2B5EF4-FFF2-40B4-BE49-F238E27FC236}">
                <a16:creationId xmlns:a16="http://schemas.microsoft.com/office/drawing/2014/main" id="{5243D3CF-D900-B3FE-1044-4AE923276535}"/>
              </a:ext>
            </a:extLst>
          </p:cNvPr>
          <p:cNvSpPr txBox="1"/>
          <p:nvPr/>
        </p:nvSpPr>
        <p:spPr>
          <a:xfrm rot="2664363">
            <a:off x="3973096" y="1585045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is regulated by &gt;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D32F159E-C81F-ABDD-BF57-7FBB53C6E90D}"/>
              </a:ext>
            </a:extLst>
          </p:cNvPr>
          <p:cNvSpPr txBox="1"/>
          <p:nvPr/>
        </p:nvSpPr>
        <p:spPr>
          <a:xfrm>
            <a:off x="3499726" y="860978"/>
            <a:ext cx="523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4FBE488E-3AAC-A44B-E92E-922149D55D9E}"/>
              </a:ext>
            </a:extLst>
          </p:cNvPr>
          <p:cNvSpPr txBox="1"/>
          <p:nvPr/>
        </p:nvSpPr>
        <p:spPr>
          <a:xfrm>
            <a:off x="5133834" y="2370076"/>
            <a:ext cx="3717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0..1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19E46D8C-A13D-1804-24FB-FAE06DE0BDB4}"/>
              </a:ext>
            </a:extLst>
          </p:cNvPr>
          <p:cNvSpPr txBox="1"/>
          <p:nvPr/>
        </p:nvSpPr>
        <p:spPr>
          <a:xfrm>
            <a:off x="3284000" y="3995569"/>
            <a:ext cx="523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DD6EF662-B342-85D9-D8F2-3C4EADFC685F}"/>
              </a:ext>
            </a:extLst>
          </p:cNvPr>
          <p:cNvSpPr txBox="1"/>
          <p:nvPr/>
        </p:nvSpPr>
        <p:spPr>
          <a:xfrm>
            <a:off x="5133834" y="2790686"/>
            <a:ext cx="3717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0..1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592274D8-D0CE-7016-56A0-BEBCF4660159}"/>
              </a:ext>
            </a:extLst>
          </p:cNvPr>
          <p:cNvSpPr txBox="1"/>
          <p:nvPr/>
        </p:nvSpPr>
        <p:spPr>
          <a:xfrm>
            <a:off x="3529537" y="2504334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request &gt;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154B4449-5C5F-C0B1-D73B-504A154AF0EE}"/>
              </a:ext>
            </a:extLst>
          </p:cNvPr>
          <p:cNvSpPr txBox="1"/>
          <p:nvPr/>
        </p:nvSpPr>
        <p:spPr>
          <a:xfrm>
            <a:off x="5044082" y="2529056"/>
            <a:ext cx="371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9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CDB41866-5E06-663B-B779-909C15C11448}"/>
              </a:ext>
            </a:extLst>
          </p:cNvPr>
          <p:cNvSpPr txBox="1"/>
          <p:nvPr/>
        </p:nvSpPr>
        <p:spPr>
          <a:xfrm>
            <a:off x="2327483" y="2413640"/>
            <a:ext cx="371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9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C81076E2-7E95-5596-F8E2-5CF505C4AA81}"/>
              </a:ext>
            </a:extLst>
          </p:cNvPr>
          <p:cNvSpPr txBox="1"/>
          <p:nvPr/>
        </p:nvSpPr>
        <p:spPr>
          <a:xfrm rot="19483229">
            <a:off x="3679227" y="3326462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managed by &gt;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363B5CB6-FDF1-F6C0-01B3-67EB00905C38}"/>
              </a:ext>
            </a:extLst>
          </p:cNvPr>
          <p:cNvSpPr txBox="1"/>
          <p:nvPr/>
        </p:nvSpPr>
        <p:spPr>
          <a:xfrm rot="20982460">
            <a:off x="4007696" y="391996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shipped by &gt;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5CB868A6-3E29-AAC9-6963-700EE4CC1426}"/>
              </a:ext>
            </a:extLst>
          </p:cNvPr>
          <p:cNvSpPr txBox="1"/>
          <p:nvPr/>
        </p:nvSpPr>
        <p:spPr>
          <a:xfrm>
            <a:off x="3678883" y="4227204"/>
            <a:ext cx="2454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EFE1A98C-EC66-906D-667B-FAA941B03C83}"/>
              </a:ext>
            </a:extLst>
          </p:cNvPr>
          <p:cNvSpPr txBox="1"/>
          <p:nvPr/>
        </p:nvSpPr>
        <p:spPr>
          <a:xfrm>
            <a:off x="5190586" y="3904932"/>
            <a:ext cx="2454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69ECEEA2-E89C-CD72-0D02-4FF8F085E3E8}"/>
              </a:ext>
            </a:extLst>
          </p:cNvPr>
          <p:cNvSpPr txBox="1"/>
          <p:nvPr/>
        </p:nvSpPr>
        <p:spPr>
          <a:xfrm>
            <a:off x="4605413" y="1311262"/>
            <a:ext cx="371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9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01E80CE-84AC-3EB8-1C2E-8F1592BE6A97}"/>
              </a:ext>
            </a:extLst>
          </p:cNvPr>
          <p:cNvSpPr txBox="1"/>
          <p:nvPr/>
        </p:nvSpPr>
        <p:spPr>
          <a:xfrm>
            <a:off x="2702575" y="2493692"/>
            <a:ext cx="523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A5E030BE-8164-5619-111C-1C84B4DBB106}"/>
              </a:ext>
            </a:extLst>
          </p:cNvPr>
          <p:cNvSpPr txBox="1"/>
          <p:nvPr/>
        </p:nvSpPr>
        <p:spPr>
          <a:xfrm rot="19987828">
            <a:off x="3225100" y="1808999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is part of &gt; </a:t>
            </a:r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7093F871-43E9-1348-9AF7-8977A49C0C2B}"/>
              </a:ext>
            </a:extLst>
          </p:cNvPr>
          <p:cNvSpPr/>
          <p:nvPr/>
        </p:nvSpPr>
        <p:spPr>
          <a:xfrm>
            <a:off x="1326162" y="3282389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488" name="Rounded Rectangle 487">
            <a:extLst>
              <a:ext uri="{FF2B5EF4-FFF2-40B4-BE49-F238E27FC236}">
                <a16:creationId xmlns:a16="http://schemas.microsoft.com/office/drawing/2014/main" id="{E3B2B429-3CBB-B2E4-5BC0-1B89948A9D43}"/>
              </a:ext>
            </a:extLst>
          </p:cNvPr>
          <p:cNvSpPr/>
          <p:nvPr/>
        </p:nvSpPr>
        <p:spPr>
          <a:xfrm>
            <a:off x="6581362" y="3485019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Ticket</a:t>
            </a:r>
          </a:p>
        </p:txBody>
      </p:sp>
      <p:sp>
        <p:nvSpPr>
          <p:cNvPr id="489" name="Rounded Rectangle 488">
            <a:extLst>
              <a:ext uri="{FF2B5EF4-FFF2-40B4-BE49-F238E27FC236}">
                <a16:creationId xmlns:a16="http://schemas.microsoft.com/office/drawing/2014/main" id="{E315BEB7-08EB-A2BB-8A25-A4BB18B3C146}"/>
              </a:ext>
            </a:extLst>
          </p:cNvPr>
          <p:cNvSpPr/>
          <p:nvPr/>
        </p:nvSpPr>
        <p:spPr>
          <a:xfrm>
            <a:off x="7437986" y="3011102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Appraisal</a:t>
            </a:r>
          </a:p>
        </p:txBody>
      </p:sp>
      <p:sp>
        <p:nvSpPr>
          <p:cNvPr id="491" name="Rounded Rectangle 490">
            <a:extLst>
              <a:ext uri="{FF2B5EF4-FFF2-40B4-BE49-F238E27FC236}">
                <a16:creationId xmlns:a16="http://schemas.microsoft.com/office/drawing/2014/main" id="{40DB7F0E-8D59-3479-E1FB-C5D6D0099859}"/>
              </a:ext>
            </a:extLst>
          </p:cNvPr>
          <p:cNvSpPr/>
          <p:nvPr/>
        </p:nvSpPr>
        <p:spPr>
          <a:xfrm>
            <a:off x="7454818" y="2199607"/>
            <a:ext cx="845452" cy="19733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DeliveryIssues</a:t>
            </a:r>
          </a:p>
        </p:txBody>
      </p:sp>
      <p:sp>
        <p:nvSpPr>
          <p:cNvPr id="492" name="Rounded Rectangle 491">
            <a:extLst>
              <a:ext uri="{FF2B5EF4-FFF2-40B4-BE49-F238E27FC236}">
                <a16:creationId xmlns:a16="http://schemas.microsoft.com/office/drawing/2014/main" id="{9D5FA995-480F-27EB-A66F-57166240DBB4}"/>
              </a:ext>
            </a:extLst>
          </p:cNvPr>
          <p:cNvSpPr/>
          <p:nvPr/>
        </p:nvSpPr>
        <p:spPr>
          <a:xfrm>
            <a:off x="7894611" y="1337411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56832EDE-BD5F-2285-49BC-3A5F87C2BF7A}"/>
              </a:ext>
            </a:extLst>
          </p:cNvPr>
          <p:cNvSpPr/>
          <p:nvPr/>
        </p:nvSpPr>
        <p:spPr>
          <a:xfrm>
            <a:off x="6581361" y="1740450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Return</a:t>
            </a: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31751964-4F79-DD3E-2E01-9FF4F8EA04F5}"/>
              </a:ext>
            </a:extLst>
          </p:cNvPr>
          <p:cNvCxnSpPr>
            <a:stCxn id="44" idx="0"/>
            <a:endCxn id="493" idx="2"/>
          </p:cNvCxnSpPr>
          <p:nvPr/>
        </p:nvCxnSpPr>
        <p:spPr>
          <a:xfrm flipV="1">
            <a:off x="5910636" y="1918984"/>
            <a:ext cx="1001200" cy="667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303CDACA-5303-03B6-2A5B-D1D30D59E90F}"/>
              </a:ext>
            </a:extLst>
          </p:cNvPr>
          <p:cNvCxnSpPr>
            <a:stCxn id="44" idx="2"/>
            <a:endCxn id="488" idx="0"/>
          </p:cNvCxnSpPr>
          <p:nvPr/>
        </p:nvCxnSpPr>
        <p:spPr>
          <a:xfrm>
            <a:off x="5910636" y="2764812"/>
            <a:ext cx="1001201" cy="7202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F9D1F236-4A2A-8E72-6CBA-99C8F2097DE4}"/>
              </a:ext>
            </a:extLst>
          </p:cNvPr>
          <p:cNvCxnSpPr>
            <a:stCxn id="44" idx="3"/>
            <a:endCxn id="491" idx="1"/>
          </p:cNvCxnSpPr>
          <p:nvPr/>
        </p:nvCxnSpPr>
        <p:spPr>
          <a:xfrm flipV="1">
            <a:off x="6495147" y="2298277"/>
            <a:ext cx="959671" cy="3772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7CC7B00F-1046-F10C-3EA3-EE43E7E26662}"/>
              </a:ext>
            </a:extLst>
          </p:cNvPr>
          <p:cNvCxnSpPr>
            <a:stCxn id="44" idx="3"/>
            <a:endCxn id="489" idx="1"/>
          </p:cNvCxnSpPr>
          <p:nvPr/>
        </p:nvCxnSpPr>
        <p:spPr>
          <a:xfrm>
            <a:off x="6495147" y="2675545"/>
            <a:ext cx="942839" cy="424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230EF91F-3113-63DC-C092-8DEB88B7F037}"/>
              </a:ext>
            </a:extLst>
          </p:cNvPr>
          <p:cNvCxnSpPr>
            <a:stCxn id="493" idx="0"/>
            <a:endCxn id="492" idx="1"/>
          </p:cNvCxnSpPr>
          <p:nvPr/>
        </p:nvCxnSpPr>
        <p:spPr>
          <a:xfrm flipV="1">
            <a:off x="6911836" y="1426678"/>
            <a:ext cx="982775" cy="313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AE950F36-9B39-BC47-C0ED-09F926FFC12D}"/>
              </a:ext>
            </a:extLst>
          </p:cNvPr>
          <p:cNvCxnSpPr>
            <a:stCxn id="491" idx="0"/>
            <a:endCxn id="492" idx="2"/>
          </p:cNvCxnSpPr>
          <p:nvPr/>
        </p:nvCxnSpPr>
        <p:spPr>
          <a:xfrm flipV="1">
            <a:off x="7877544" y="1515945"/>
            <a:ext cx="347542" cy="683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7" name="Rounded Rectangle 536">
            <a:extLst>
              <a:ext uri="{FF2B5EF4-FFF2-40B4-BE49-F238E27FC236}">
                <a16:creationId xmlns:a16="http://schemas.microsoft.com/office/drawing/2014/main" id="{DD356FB5-B934-4A86-6960-48FD685AD7B9}"/>
              </a:ext>
            </a:extLst>
          </p:cNvPr>
          <p:cNvSpPr/>
          <p:nvPr/>
        </p:nvSpPr>
        <p:spPr>
          <a:xfrm>
            <a:off x="6506924" y="605917"/>
            <a:ext cx="660949" cy="178534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700" b="1" dirty="0">
                <a:solidFill>
                  <a:schemeClr val="tx1"/>
                </a:solidFill>
              </a:rPr>
              <a:t>FAQ</a:t>
            </a:r>
          </a:p>
        </p:txBody>
      </p: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FE549E53-96BF-C9A2-3075-8B23C0E72C76}"/>
              </a:ext>
            </a:extLst>
          </p:cNvPr>
          <p:cNvCxnSpPr>
            <a:stCxn id="44" idx="0"/>
            <a:endCxn id="537" idx="1"/>
          </p:cNvCxnSpPr>
          <p:nvPr/>
        </p:nvCxnSpPr>
        <p:spPr>
          <a:xfrm flipV="1">
            <a:off x="5910636" y="695184"/>
            <a:ext cx="596288" cy="1891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2" name="TextBox 561">
            <a:extLst>
              <a:ext uri="{FF2B5EF4-FFF2-40B4-BE49-F238E27FC236}">
                <a16:creationId xmlns:a16="http://schemas.microsoft.com/office/drawing/2014/main" id="{B8D6FBFF-3E3C-58B7-F4D7-78EAB28DFA47}"/>
              </a:ext>
            </a:extLst>
          </p:cNvPr>
          <p:cNvSpPr txBox="1"/>
          <p:nvPr/>
        </p:nvSpPr>
        <p:spPr>
          <a:xfrm rot="17107492">
            <a:off x="5746969" y="1347943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>
                <a:solidFill>
                  <a:schemeClr val="tx1"/>
                </a:solidFill>
              </a:rPr>
              <a:t>updates </a:t>
            </a:r>
            <a:r>
              <a:rPr lang="en-PT" sz="7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C8397FE6-985F-FAF5-FDAC-DDF640E2BFF4}"/>
              </a:ext>
            </a:extLst>
          </p:cNvPr>
          <p:cNvSpPr txBox="1"/>
          <p:nvPr/>
        </p:nvSpPr>
        <p:spPr>
          <a:xfrm rot="1592812">
            <a:off x="6777537" y="2817566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do &gt;</a:t>
            </a: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4B8BE854-D353-DFD3-8706-D030D7219450}"/>
              </a:ext>
            </a:extLst>
          </p:cNvPr>
          <p:cNvSpPr txBox="1"/>
          <p:nvPr/>
        </p:nvSpPr>
        <p:spPr>
          <a:xfrm rot="2110393">
            <a:off x="6253303" y="3154373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handled by</a:t>
            </a: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7A7622E5-3279-0CA5-C6B5-B6B64403500C}"/>
              </a:ext>
            </a:extLst>
          </p:cNvPr>
          <p:cNvSpPr txBox="1"/>
          <p:nvPr/>
        </p:nvSpPr>
        <p:spPr>
          <a:xfrm rot="20387844">
            <a:off x="6610013" y="2301254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handle &gt;</a:t>
            </a: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3F5D2AB3-42C2-F8E0-B3AC-772D09871756}"/>
              </a:ext>
            </a:extLst>
          </p:cNvPr>
          <p:cNvSpPr txBox="1"/>
          <p:nvPr/>
        </p:nvSpPr>
        <p:spPr>
          <a:xfrm rot="19584048">
            <a:off x="6025648" y="2048316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handle &gt;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02C785AA-12EB-EA96-3E06-1C2594513E2B}"/>
              </a:ext>
            </a:extLst>
          </p:cNvPr>
          <p:cNvSpPr txBox="1"/>
          <p:nvPr/>
        </p:nvSpPr>
        <p:spPr>
          <a:xfrm rot="17828796">
            <a:off x="7747658" y="1713674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lead to &gt;</a:t>
            </a: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E2E39818-FFF7-0392-1CCC-B232C6E88A18}"/>
              </a:ext>
            </a:extLst>
          </p:cNvPr>
          <p:cNvSpPr txBox="1"/>
          <p:nvPr/>
        </p:nvSpPr>
        <p:spPr>
          <a:xfrm rot="20661217">
            <a:off x="7082120" y="1373964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can have &gt;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6E20B0A6-DB8B-A7F0-0109-772A3B6F5215}"/>
              </a:ext>
            </a:extLst>
          </p:cNvPr>
          <p:cNvSpPr txBox="1"/>
          <p:nvPr/>
        </p:nvSpPr>
        <p:spPr>
          <a:xfrm rot="19446241">
            <a:off x="1590114" y="2847007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made by</a:t>
            </a:r>
          </a:p>
        </p:txBody>
      </p: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0F0EA568-D4FE-0FF6-13B5-33460A012E8B}"/>
              </a:ext>
            </a:extLst>
          </p:cNvPr>
          <p:cNvCxnSpPr>
            <a:stCxn id="484" idx="2"/>
            <a:endCxn id="40" idx="1"/>
          </p:cNvCxnSpPr>
          <p:nvPr/>
        </p:nvCxnSpPr>
        <p:spPr>
          <a:xfrm>
            <a:off x="1656637" y="3460923"/>
            <a:ext cx="1031005" cy="7878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6" name="TextBox 625">
            <a:extLst>
              <a:ext uri="{FF2B5EF4-FFF2-40B4-BE49-F238E27FC236}">
                <a16:creationId xmlns:a16="http://schemas.microsoft.com/office/drawing/2014/main" id="{677B25B3-4B61-8196-65B5-F2C044B0D90C}"/>
              </a:ext>
            </a:extLst>
          </p:cNvPr>
          <p:cNvSpPr txBox="1"/>
          <p:nvPr/>
        </p:nvSpPr>
        <p:spPr>
          <a:xfrm rot="2291794">
            <a:off x="1845011" y="3725940"/>
            <a:ext cx="8414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700" dirty="0">
                <a:solidFill>
                  <a:schemeClr val="tx1"/>
                </a:solidFill>
              </a:rPr>
              <a:t>&lt; can lead to</a:t>
            </a:r>
          </a:p>
        </p:txBody>
      </p:sp>
    </p:spTree>
    <p:extLst>
      <p:ext uri="{BB962C8B-B14F-4D97-AF65-F5344CB8AC3E}">
        <p14:creationId xmlns:p14="http://schemas.microsoft.com/office/powerpoint/2010/main" val="4168025614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10762</TotalTime>
  <Words>4755</Words>
  <Application>Microsoft Macintosh PowerPoint</Application>
  <PresentationFormat>On-screen Show (16:9)</PresentationFormat>
  <Paragraphs>2119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Krub</vt:lpstr>
      <vt:lpstr>Arial</vt:lpstr>
      <vt:lpstr>Krub Light</vt:lpstr>
      <vt:lpstr>Krona One</vt:lpstr>
      <vt:lpstr>Arimo</vt:lpstr>
      <vt:lpstr>Creative Startup Pitch Deck</vt:lpstr>
      <vt:lpstr>Mite 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  <vt:lpstr>DOMAIN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Roger Paixão Marques</cp:lastModifiedBy>
  <cp:revision>4</cp:revision>
  <dcterms:modified xsi:type="dcterms:W3CDTF">2025-12-26T15:45:04Z</dcterms:modified>
</cp:coreProperties>
</file>