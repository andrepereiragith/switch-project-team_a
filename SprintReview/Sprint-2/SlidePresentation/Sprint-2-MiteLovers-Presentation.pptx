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Arimo" panose="020B0604020202020204" pitchFamily="34" charset="0"/>
      <p:regular r:id="rId6"/>
      <p:bold r:id="rId7"/>
      <p:italic r:id="rId8"/>
      <p:boldItalic r:id="rId9"/>
    </p:embeddedFont>
    <p:embeddedFont>
      <p:font typeface="Krona One" panose="02010605030500060004" pitchFamily="2" charset="77"/>
      <p:regular r:id="rId10"/>
    </p:embeddedFont>
    <p:embeddedFont>
      <p:font typeface="Krub" pitchFamily="2" charset="-34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A361E8"/>
    <a:srgbClr val="542296"/>
    <a:srgbClr val="167222"/>
    <a:srgbClr val="B16416"/>
    <a:srgbClr val="546B66"/>
    <a:srgbClr val="1B367A"/>
    <a:srgbClr val="1F3D87"/>
    <a:srgbClr val="253754"/>
    <a:srgbClr val="145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B2A14C-317D-42E1-B773-244A062D6189}">
  <a:tblStyle styleId="{80B2A14C-317D-42E1-B773-244A062D6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790"/>
  </p:normalViewPr>
  <p:slideViewPr>
    <p:cSldViewPr snapToGrid="0">
      <p:cViewPr>
        <p:scale>
          <a:sx n="115" d="100"/>
          <a:sy n="115" d="100"/>
        </p:scale>
        <p:origin x="1488" y="7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615ef1f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72" name="Google Shape;472;g1615ef1f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1FD3A34F-BCE2-493D-0B32-6379E709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46b5086125_0_198:notes">
            <a:extLst>
              <a:ext uri="{FF2B5EF4-FFF2-40B4-BE49-F238E27FC236}">
                <a16:creationId xmlns:a16="http://schemas.microsoft.com/office/drawing/2014/main" id="{FF408273-6154-5B4D-5A64-29B4821E5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T"/>
          </a:p>
        </p:txBody>
      </p:sp>
      <p:sp>
        <p:nvSpPr>
          <p:cNvPr id="483" name="Google Shape;483;g146b5086125_0_198:notes">
            <a:extLst>
              <a:ext uri="{FF2B5EF4-FFF2-40B4-BE49-F238E27FC236}">
                <a16:creationId xmlns:a16="http://schemas.microsoft.com/office/drawing/2014/main" id="{76162F3B-356F-A2DA-84D7-7BA646644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42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11" name="Google Shape;11;p2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-1417975" y="2178212"/>
            <a:ext cx="2561150" cy="24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8071850" y="643500"/>
            <a:ext cx="1938900" cy="18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 rot="10800000" flipH="1">
            <a:off x="-2696003" y="-5215451"/>
            <a:ext cx="14472390" cy="14046753"/>
            <a:chOff x="-2541703" y="-3108251"/>
            <a:chExt cx="14472390" cy="14046753"/>
          </a:xfrm>
        </p:grpSpPr>
        <p:sp>
          <p:nvSpPr>
            <p:cNvPr id="76" name="Google Shape;76;p7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7"/>
          <p:cNvSpPr/>
          <p:nvPr/>
        </p:nvSpPr>
        <p:spPr>
          <a:xfrm rot="4815466">
            <a:off x="4079043" y="1600166"/>
            <a:ext cx="6935517" cy="6990261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881800" y="1378700"/>
            <a:ext cx="3476400" cy="15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2"/>
          </p:nvPr>
        </p:nvSpPr>
        <p:spPr>
          <a:xfrm>
            <a:off x="4793863" y="619200"/>
            <a:ext cx="2967300" cy="390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T"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881800" y="2971300"/>
            <a:ext cx="34764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5"/>
          <p:cNvGrpSpPr/>
          <p:nvPr/>
        </p:nvGrpSpPr>
        <p:grpSpPr>
          <a:xfrm>
            <a:off x="-4423938" y="-4210149"/>
            <a:ext cx="18226975" cy="14425451"/>
            <a:chOff x="-4423938" y="-4210149"/>
            <a:chExt cx="18226975" cy="14425451"/>
          </a:xfrm>
        </p:grpSpPr>
        <p:grpSp>
          <p:nvGrpSpPr>
            <p:cNvPr id="169" name="Google Shape;169;p15"/>
            <p:cNvGrpSpPr/>
            <p:nvPr/>
          </p:nvGrpSpPr>
          <p:grpSpPr>
            <a:xfrm>
              <a:off x="-4423938" y="-4210149"/>
              <a:ext cx="18226975" cy="14425451"/>
              <a:chOff x="-4423938" y="-4210149"/>
              <a:chExt cx="18226975" cy="14425451"/>
            </a:xfrm>
          </p:grpSpPr>
          <p:sp>
            <p:nvSpPr>
              <p:cNvPr id="170" name="Google Shape;170;p15"/>
              <p:cNvSpPr/>
              <p:nvPr/>
            </p:nvSpPr>
            <p:spPr>
              <a:xfrm rot="4815481">
                <a:off x="-3170652" y="-372956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 rot="4815400">
                <a:off x="6407007" y="-2602123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 rot="4815509">
                <a:off x="7116002" y="-2804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 rot="4815446">
                <a:off x="5137140" y="16176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 rot="4815509">
                <a:off x="-3921173" y="-132267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 rot="4815400">
              <a:off x="-3391368" y="17342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6" name="Google Shape;176;p15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33"/>
          <p:cNvGrpSpPr/>
          <p:nvPr/>
        </p:nvGrpSpPr>
        <p:grpSpPr>
          <a:xfrm>
            <a:off x="-2805153" y="-4676526"/>
            <a:ext cx="14472390" cy="14046753"/>
            <a:chOff x="-2541703" y="-3108251"/>
            <a:chExt cx="14472390" cy="14046753"/>
          </a:xfrm>
        </p:grpSpPr>
        <p:sp>
          <p:nvSpPr>
            <p:cNvPr id="447" name="Google Shape;447;p33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3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2" name="Google Shape;452;p3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solidFill>
          <a:schemeClr val="accent2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4"/>
          <p:cNvGrpSpPr/>
          <p:nvPr/>
        </p:nvGrpSpPr>
        <p:grpSpPr>
          <a:xfrm flipH="1">
            <a:off x="-3456679" y="-3517551"/>
            <a:ext cx="14929492" cy="12820953"/>
            <a:chOff x="-2399329" y="-3503901"/>
            <a:chExt cx="14929492" cy="12820953"/>
          </a:xfrm>
        </p:grpSpPr>
        <p:grpSp>
          <p:nvGrpSpPr>
            <p:cNvPr id="455" name="Google Shape;455;p34"/>
            <p:cNvGrpSpPr/>
            <p:nvPr/>
          </p:nvGrpSpPr>
          <p:grpSpPr>
            <a:xfrm>
              <a:off x="-2399329" y="-3503901"/>
              <a:ext cx="14389291" cy="12820953"/>
              <a:chOff x="-2399329" y="-3503901"/>
              <a:chExt cx="14389291" cy="12820953"/>
            </a:xfrm>
          </p:grpSpPr>
          <p:sp>
            <p:nvSpPr>
              <p:cNvPr id="456" name="Google Shape;456;p34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4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4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4"/>
              <p:cNvSpPr/>
              <p:nvPr/>
            </p:nvSpPr>
            <p:spPr>
              <a:xfrm rot="4815446">
                <a:off x="1875915" y="71936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4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34"/>
            <p:cNvSpPr/>
            <p:nvPr/>
          </p:nvSpPr>
          <p:spPr>
            <a:xfrm rot="4815446">
              <a:off x="3938165" y="-2565884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3" name="Google Shape;463;p3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rona One"/>
              <a:buNone/>
              <a:defRPr sz="24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1" r:id="rId4"/>
    <p:sldLayoutId id="2147483679" r:id="rId5"/>
    <p:sldLayoutId id="214748368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12773;p89">
            <a:extLst>
              <a:ext uri="{FF2B5EF4-FFF2-40B4-BE49-F238E27FC236}">
                <a16:creationId xmlns:a16="http://schemas.microsoft.com/office/drawing/2014/main" id="{0A3BBE23-5974-9777-D95F-EDDD22519D53}"/>
              </a:ext>
            </a:extLst>
          </p:cNvPr>
          <p:cNvGrpSpPr/>
          <p:nvPr/>
        </p:nvGrpSpPr>
        <p:grpSpPr>
          <a:xfrm>
            <a:off x="-662175" y="261883"/>
            <a:ext cx="3937189" cy="4544486"/>
            <a:chOff x="4193490" y="3350084"/>
            <a:chExt cx="289939" cy="334661"/>
          </a:xfrm>
          <a:gradFill flip="none" rotWithShape="1">
            <a:gsLst>
              <a:gs pos="0">
                <a:srgbClr val="253754">
                  <a:shade val="30000"/>
                  <a:satMod val="115000"/>
                  <a:lumMod val="91837"/>
                  <a:lumOff val="8163"/>
                  <a:alpha val="46000"/>
                </a:srgbClr>
              </a:gs>
              <a:gs pos="50000">
                <a:srgbClr val="1B367A">
                  <a:alpha val="51000"/>
                  <a:lumMod val="84766"/>
                  <a:lumOff val="15234"/>
                </a:srgbClr>
              </a:gs>
              <a:gs pos="100000">
                <a:srgbClr val="546B66">
                  <a:alpha val="64381"/>
                  <a:lumMod val="81099"/>
                  <a:lumOff val="18901"/>
                </a:srgbClr>
              </a:gs>
            </a:gsLst>
            <a:lin ang="5400000" scaled="1"/>
            <a:tileRect/>
          </a:gradFill>
        </p:grpSpPr>
        <p:sp>
          <p:nvSpPr>
            <p:cNvPr id="23" name="Google Shape;12774;p89">
              <a:extLst>
                <a:ext uri="{FF2B5EF4-FFF2-40B4-BE49-F238E27FC236}">
                  <a16:creationId xmlns:a16="http://schemas.microsoft.com/office/drawing/2014/main" id="{CD6D6400-D3CB-1734-3134-5D52914851F2}"/>
                </a:ext>
              </a:extLst>
            </p:cNvPr>
            <p:cNvSpPr/>
            <p:nvPr/>
          </p:nvSpPr>
          <p:spPr>
            <a:xfrm>
              <a:off x="4193490" y="3350084"/>
              <a:ext cx="246364" cy="150110"/>
            </a:xfrm>
            <a:custGeom>
              <a:avLst/>
              <a:gdLst/>
              <a:ahLst/>
              <a:cxnLst/>
              <a:rect l="l" t="t" r="r" b="b"/>
              <a:pathLst>
                <a:path w="7740" h="4716" extrusionOk="0">
                  <a:moveTo>
                    <a:pt x="4382" y="298"/>
                  </a:moveTo>
                  <a:lnTo>
                    <a:pt x="4299" y="1048"/>
                  </a:lnTo>
                  <a:lnTo>
                    <a:pt x="3668" y="1048"/>
                  </a:lnTo>
                  <a:lnTo>
                    <a:pt x="3620" y="524"/>
                  </a:lnTo>
                  <a:lnTo>
                    <a:pt x="3584" y="298"/>
                  </a:lnTo>
                  <a:close/>
                  <a:moveTo>
                    <a:pt x="6013" y="929"/>
                  </a:moveTo>
                  <a:lnTo>
                    <a:pt x="7204" y="2120"/>
                  </a:lnTo>
                  <a:lnTo>
                    <a:pt x="6025" y="2096"/>
                  </a:lnTo>
                  <a:lnTo>
                    <a:pt x="6013" y="929"/>
                  </a:lnTo>
                  <a:close/>
                  <a:moveTo>
                    <a:pt x="3406" y="0"/>
                  </a:moveTo>
                  <a:cubicBezTo>
                    <a:pt x="3358" y="0"/>
                    <a:pt x="3322" y="12"/>
                    <a:pt x="3287" y="48"/>
                  </a:cubicBezTo>
                  <a:cubicBezTo>
                    <a:pt x="3263" y="72"/>
                    <a:pt x="3239" y="119"/>
                    <a:pt x="3239" y="167"/>
                  </a:cubicBezTo>
                  <a:lnTo>
                    <a:pt x="3275" y="393"/>
                  </a:lnTo>
                  <a:lnTo>
                    <a:pt x="143" y="393"/>
                  </a:lnTo>
                  <a:cubicBezTo>
                    <a:pt x="60" y="393"/>
                    <a:pt x="1" y="465"/>
                    <a:pt x="1" y="536"/>
                  </a:cubicBezTo>
                  <a:lnTo>
                    <a:pt x="1" y="1191"/>
                  </a:lnTo>
                  <a:cubicBezTo>
                    <a:pt x="1" y="1286"/>
                    <a:pt x="72" y="1346"/>
                    <a:pt x="143" y="1346"/>
                  </a:cubicBezTo>
                  <a:cubicBezTo>
                    <a:pt x="239" y="1346"/>
                    <a:pt x="298" y="1262"/>
                    <a:pt x="298" y="1191"/>
                  </a:cubicBezTo>
                  <a:lnTo>
                    <a:pt x="298" y="691"/>
                  </a:lnTo>
                  <a:lnTo>
                    <a:pt x="3299" y="691"/>
                  </a:lnTo>
                  <a:lnTo>
                    <a:pt x="3358" y="1203"/>
                  </a:lnTo>
                  <a:cubicBezTo>
                    <a:pt x="3382" y="1286"/>
                    <a:pt x="3441" y="1346"/>
                    <a:pt x="3513" y="1346"/>
                  </a:cubicBezTo>
                  <a:lnTo>
                    <a:pt x="4418" y="1346"/>
                  </a:lnTo>
                  <a:cubicBezTo>
                    <a:pt x="4489" y="1346"/>
                    <a:pt x="4573" y="1286"/>
                    <a:pt x="4573" y="1203"/>
                  </a:cubicBezTo>
                  <a:lnTo>
                    <a:pt x="4632" y="691"/>
                  </a:lnTo>
                  <a:lnTo>
                    <a:pt x="5680" y="691"/>
                  </a:lnTo>
                  <a:lnTo>
                    <a:pt x="5704" y="2239"/>
                  </a:lnTo>
                  <a:cubicBezTo>
                    <a:pt x="5704" y="2322"/>
                    <a:pt x="5775" y="2382"/>
                    <a:pt x="5847" y="2382"/>
                  </a:cubicBezTo>
                  <a:lnTo>
                    <a:pt x="7394" y="2394"/>
                  </a:lnTo>
                  <a:lnTo>
                    <a:pt x="7394" y="4572"/>
                  </a:lnTo>
                  <a:cubicBezTo>
                    <a:pt x="7394" y="4656"/>
                    <a:pt x="7466" y="4715"/>
                    <a:pt x="7549" y="4715"/>
                  </a:cubicBezTo>
                  <a:cubicBezTo>
                    <a:pt x="7632" y="4715"/>
                    <a:pt x="7692" y="4644"/>
                    <a:pt x="7692" y="4572"/>
                  </a:cubicBezTo>
                  <a:lnTo>
                    <a:pt x="7692" y="2251"/>
                  </a:lnTo>
                  <a:cubicBezTo>
                    <a:pt x="7740" y="2215"/>
                    <a:pt x="7728" y="2191"/>
                    <a:pt x="7692" y="2155"/>
                  </a:cubicBezTo>
                  <a:lnTo>
                    <a:pt x="5966" y="429"/>
                  </a:lnTo>
                  <a:cubicBezTo>
                    <a:pt x="5942" y="405"/>
                    <a:pt x="5894" y="393"/>
                    <a:pt x="5858" y="393"/>
                  </a:cubicBezTo>
                  <a:lnTo>
                    <a:pt x="4692" y="393"/>
                  </a:lnTo>
                  <a:lnTo>
                    <a:pt x="4715" y="167"/>
                  </a:lnTo>
                  <a:cubicBezTo>
                    <a:pt x="4715" y="119"/>
                    <a:pt x="4704" y="72"/>
                    <a:pt x="4668" y="48"/>
                  </a:cubicBezTo>
                  <a:cubicBezTo>
                    <a:pt x="4644" y="12"/>
                    <a:pt x="4596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75;p89">
              <a:extLst>
                <a:ext uri="{FF2B5EF4-FFF2-40B4-BE49-F238E27FC236}">
                  <a16:creationId xmlns:a16="http://schemas.microsoft.com/office/drawing/2014/main" id="{B660A3D1-FC3D-8CFD-E70D-68D7993DBEDB}"/>
                </a:ext>
              </a:extLst>
            </p:cNvPr>
            <p:cNvSpPr/>
            <p:nvPr/>
          </p:nvSpPr>
          <p:spPr>
            <a:xfrm>
              <a:off x="4193872" y="3405023"/>
              <a:ext cx="9517" cy="44753"/>
            </a:xfrm>
            <a:custGeom>
              <a:avLst/>
              <a:gdLst/>
              <a:ahLst/>
              <a:cxnLst/>
              <a:rect l="l" t="t" r="r" b="b"/>
              <a:pathLst>
                <a:path w="299" h="1406" extrusionOk="0">
                  <a:moveTo>
                    <a:pt x="155" y="1"/>
                  </a:moveTo>
                  <a:cubicBezTo>
                    <a:pt x="60" y="1"/>
                    <a:pt x="0" y="72"/>
                    <a:pt x="0" y="156"/>
                  </a:cubicBezTo>
                  <a:lnTo>
                    <a:pt x="0" y="1251"/>
                  </a:lnTo>
                  <a:cubicBezTo>
                    <a:pt x="0" y="1346"/>
                    <a:pt x="72" y="1406"/>
                    <a:pt x="155" y="1406"/>
                  </a:cubicBezTo>
                  <a:cubicBezTo>
                    <a:pt x="239" y="1406"/>
                    <a:pt x="298" y="1322"/>
                    <a:pt x="298" y="1251"/>
                  </a:cubicBezTo>
                  <a:lnTo>
                    <a:pt x="298" y="156"/>
                  </a:ln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776;p89">
              <a:extLst>
                <a:ext uri="{FF2B5EF4-FFF2-40B4-BE49-F238E27FC236}">
                  <a16:creationId xmlns:a16="http://schemas.microsoft.com/office/drawing/2014/main" id="{A953EEEA-C872-85B5-7952-34E279F455FC}"/>
                </a:ext>
              </a:extLst>
            </p:cNvPr>
            <p:cNvSpPr/>
            <p:nvPr/>
          </p:nvSpPr>
          <p:spPr>
            <a:xfrm>
              <a:off x="4275356" y="3444460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1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777;p89">
              <a:extLst>
                <a:ext uri="{FF2B5EF4-FFF2-40B4-BE49-F238E27FC236}">
                  <a16:creationId xmlns:a16="http://schemas.microsoft.com/office/drawing/2014/main" id="{5FE876F4-2538-243F-36FA-3F11CCC128DC}"/>
                </a:ext>
              </a:extLst>
            </p:cNvPr>
            <p:cNvSpPr/>
            <p:nvPr/>
          </p:nvSpPr>
          <p:spPr>
            <a:xfrm>
              <a:off x="4275356" y="3463781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55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778;p89">
              <a:extLst>
                <a:ext uri="{FF2B5EF4-FFF2-40B4-BE49-F238E27FC236}">
                  <a16:creationId xmlns:a16="http://schemas.microsoft.com/office/drawing/2014/main" id="{B042EAF2-1984-65FC-AD49-CEA5E5DDB544}"/>
                </a:ext>
              </a:extLst>
            </p:cNvPr>
            <p:cNvSpPr/>
            <p:nvPr/>
          </p:nvSpPr>
          <p:spPr>
            <a:xfrm>
              <a:off x="4223442" y="3439527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322"/>
                  </a:moveTo>
                  <a:lnTo>
                    <a:pt x="905" y="917"/>
                  </a:lnTo>
                  <a:lnTo>
                    <a:pt x="310" y="917"/>
                  </a:lnTo>
                  <a:lnTo>
                    <a:pt x="310" y="322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72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779;p89">
              <a:extLst>
                <a:ext uri="{FF2B5EF4-FFF2-40B4-BE49-F238E27FC236}">
                  <a16:creationId xmlns:a16="http://schemas.microsoft.com/office/drawing/2014/main" id="{E09A00CF-9396-38FF-CDAA-5D929DEB1E43}"/>
                </a:ext>
              </a:extLst>
            </p:cNvPr>
            <p:cNvSpPr/>
            <p:nvPr/>
          </p:nvSpPr>
          <p:spPr>
            <a:xfrm>
              <a:off x="4275356" y="3525913"/>
              <a:ext cx="128116" cy="9517"/>
            </a:xfrm>
            <a:custGeom>
              <a:avLst/>
              <a:gdLst/>
              <a:ahLst/>
              <a:cxnLst/>
              <a:rect l="l" t="t" r="r" b="b"/>
              <a:pathLst>
                <a:path w="4025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lnTo>
                    <a:pt x="3870" y="299"/>
                  </a:lnTo>
                  <a:cubicBezTo>
                    <a:pt x="3965" y="299"/>
                    <a:pt x="4025" y="227"/>
                    <a:pt x="4025" y="144"/>
                  </a:cubicBezTo>
                  <a:cubicBezTo>
                    <a:pt x="4025" y="72"/>
                    <a:pt x="3965" y="1"/>
                    <a:pt x="3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780;p89">
              <a:extLst>
                <a:ext uri="{FF2B5EF4-FFF2-40B4-BE49-F238E27FC236}">
                  <a16:creationId xmlns:a16="http://schemas.microsoft.com/office/drawing/2014/main" id="{77368096-5BFB-1CE5-3ADD-AB76DBD1EB80}"/>
                </a:ext>
              </a:extLst>
            </p:cNvPr>
            <p:cNvSpPr/>
            <p:nvPr/>
          </p:nvSpPr>
          <p:spPr>
            <a:xfrm>
              <a:off x="4275356" y="3544884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81;p89">
              <a:extLst>
                <a:ext uri="{FF2B5EF4-FFF2-40B4-BE49-F238E27FC236}">
                  <a16:creationId xmlns:a16="http://schemas.microsoft.com/office/drawing/2014/main" id="{8E25BB87-1F40-696E-A783-9CCDC02CCD96}"/>
                </a:ext>
              </a:extLst>
            </p:cNvPr>
            <p:cNvSpPr/>
            <p:nvPr/>
          </p:nvSpPr>
          <p:spPr>
            <a:xfrm>
              <a:off x="4223442" y="3521011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298"/>
                  </a:moveTo>
                  <a:lnTo>
                    <a:pt x="905" y="893"/>
                  </a:lnTo>
                  <a:lnTo>
                    <a:pt x="310" y="893"/>
                  </a:lnTo>
                  <a:lnTo>
                    <a:pt x="310" y="298"/>
                  </a:lnTo>
                  <a:close/>
                  <a:moveTo>
                    <a:pt x="143" y="0"/>
                  </a:moveTo>
                  <a:cubicBezTo>
                    <a:pt x="48" y="0"/>
                    <a:pt x="0" y="83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83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82;p89">
              <a:extLst>
                <a:ext uri="{FF2B5EF4-FFF2-40B4-BE49-F238E27FC236}">
                  <a16:creationId xmlns:a16="http://schemas.microsoft.com/office/drawing/2014/main" id="{A89E461C-AEC6-D6ED-ED2D-97B60BBF8C62}"/>
                </a:ext>
              </a:extLst>
            </p:cNvPr>
            <p:cNvSpPr/>
            <p:nvPr/>
          </p:nvSpPr>
          <p:spPr>
            <a:xfrm>
              <a:off x="4223442" y="3602464"/>
              <a:ext cx="38673" cy="38705"/>
            </a:xfrm>
            <a:custGeom>
              <a:avLst/>
              <a:gdLst/>
              <a:ahLst/>
              <a:cxnLst/>
              <a:rect l="l" t="t" r="r" b="b"/>
              <a:pathLst>
                <a:path w="1215" h="1216" extrusionOk="0">
                  <a:moveTo>
                    <a:pt x="905" y="299"/>
                  </a:moveTo>
                  <a:lnTo>
                    <a:pt x="905" y="894"/>
                  </a:lnTo>
                  <a:lnTo>
                    <a:pt x="310" y="894"/>
                  </a:lnTo>
                  <a:lnTo>
                    <a:pt x="310" y="299"/>
                  </a:lnTo>
                  <a:close/>
                  <a:moveTo>
                    <a:pt x="143" y="1"/>
                  </a:moveTo>
                  <a:cubicBezTo>
                    <a:pt x="48" y="1"/>
                    <a:pt x="0" y="84"/>
                    <a:pt x="0" y="156"/>
                  </a:cubicBezTo>
                  <a:lnTo>
                    <a:pt x="0" y="1061"/>
                  </a:lnTo>
                  <a:cubicBezTo>
                    <a:pt x="0" y="1156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2"/>
                    <a:pt x="1203" y="1061"/>
                  </a:cubicBezTo>
                  <a:lnTo>
                    <a:pt x="1203" y="156"/>
                  </a:lnTo>
                  <a:cubicBezTo>
                    <a:pt x="1215" y="60"/>
                    <a:pt x="1143" y="1"/>
                    <a:pt x="1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83;p89">
              <a:extLst>
                <a:ext uri="{FF2B5EF4-FFF2-40B4-BE49-F238E27FC236}">
                  <a16:creationId xmlns:a16="http://schemas.microsoft.com/office/drawing/2014/main" id="{9A534605-677E-862E-E5C6-46CE5C471118}"/>
                </a:ext>
              </a:extLst>
            </p:cNvPr>
            <p:cNvSpPr/>
            <p:nvPr/>
          </p:nvSpPr>
          <p:spPr>
            <a:xfrm>
              <a:off x="4193872" y="3460375"/>
              <a:ext cx="289558" cy="224370"/>
            </a:xfrm>
            <a:custGeom>
              <a:avLst/>
              <a:gdLst/>
              <a:ahLst/>
              <a:cxnLst/>
              <a:rect l="l" t="t" r="r" b="b"/>
              <a:pathLst>
                <a:path w="9097" h="7049" extrusionOk="0">
                  <a:moveTo>
                    <a:pt x="6108" y="3751"/>
                  </a:moveTo>
                  <a:lnTo>
                    <a:pt x="8502" y="4620"/>
                  </a:lnTo>
                  <a:lnTo>
                    <a:pt x="7894" y="4894"/>
                  </a:lnTo>
                  <a:cubicBezTo>
                    <a:pt x="7847" y="4917"/>
                    <a:pt x="7811" y="4953"/>
                    <a:pt x="7799" y="5013"/>
                  </a:cubicBezTo>
                  <a:cubicBezTo>
                    <a:pt x="7787" y="5060"/>
                    <a:pt x="7799" y="5120"/>
                    <a:pt x="7847" y="5155"/>
                  </a:cubicBezTo>
                  <a:lnTo>
                    <a:pt x="8752" y="6060"/>
                  </a:lnTo>
                  <a:lnTo>
                    <a:pt x="8406" y="6406"/>
                  </a:lnTo>
                  <a:lnTo>
                    <a:pt x="7501" y="5489"/>
                  </a:lnTo>
                  <a:cubicBezTo>
                    <a:pt x="7478" y="5465"/>
                    <a:pt x="7430" y="5453"/>
                    <a:pt x="7394" y="5453"/>
                  </a:cubicBezTo>
                  <a:lnTo>
                    <a:pt x="7370" y="5453"/>
                  </a:lnTo>
                  <a:cubicBezTo>
                    <a:pt x="7323" y="5465"/>
                    <a:pt x="7275" y="5489"/>
                    <a:pt x="7251" y="5536"/>
                  </a:cubicBezTo>
                  <a:lnTo>
                    <a:pt x="6966" y="6156"/>
                  </a:lnTo>
                  <a:lnTo>
                    <a:pt x="6108" y="3751"/>
                  </a:lnTo>
                  <a:close/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lnTo>
                    <a:pt x="0" y="6894"/>
                  </a:lnTo>
                  <a:cubicBezTo>
                    <a:pt x="0" y="6989"/>
                    <a:pt x="72" y="7049"/>
                    <a:pt x="155" y="7049"/>
                  </a:cubicBezTo>
                  <a:lnTo>
                    <a:pt x="7573" y="7049"/>
                  </a:lnTo>
                  <a:cubicBezTo>
                    <a:pt x="7668" y="7049"/>
                    <a:pt x="7728" y="6965"/>
                    <a:pt x="7728" y="6894"/>
                  </a:cubicBezTo>
                  <a:lnTo>
                    <a:pt x="7728" y="6156"/>
                  </a:lnTo>
                  <a:lnTo>
                    <a:pt x="8204" y="6632"/>
                  </a:lnTo>
                  <a:cubicBezTo>
                    <a:pt x="8263" y="6691"/>
                    <a:pt x="8335" y="6715"/>
                    <a:pt x="8430" y="6715"/>
                  </a:cubicBezTo>
                  <a:cubicBezTo>
                    <a:pt x="8513" y="6715"/>
                    <a:pt x="8585" y="6691"/>
                    <a:pt x="8644" y="6632"/>
                  </a:cubicBezTo>
                  <a:lnTo>
                    <a:pt x="8990" y="6287"/>
                  </a:lnTo>
                  <a:cubicBezTo>
                    <a:pt x="9097" y="6156"/>
                    <a:pt x="9097" y="5953"/>
                    <a:pt x="8978" y="5822"/>
                  </a:cubicBezTo>
                  <a:lnTo>
                    <a:pt x="8228" y="5084"/>
                  </a:lnTo>
                  <a:lnTo>
                    <a:pt x="8644" y="4882"/>
                  </a:lnTo>
                  <a:cubicBezTo>
                    <a:pt x="8763" y="4822"/>
                    <a:pt x="8835" y="4703"/>
                    <a:pt x="8823" y="4584"/>
                  </a:cubicBezTo>
                  <a:cubicBezTo>
                    <a:pt x="8811" y="4465"/>
                    <a:pt x="8740" y="4346"/>
                    <a:pt x="8621" y="4310"/>
                  </a:cubicBezTo>
                  <a:lnTo>
                    <a:pt x="7728" y="3989"/>
                  </a:lnTo>
                  <a:lnTo>
                    <a:pt x="7728" y="1762"/>
                  </a:lnTo>
                  <a:cubicBezTo>
                    <a:pt x="7728" y="1667"/>
                    <a:pt x="7656" y="1607"/>
                    <a:pt x="7573" y="1607"/>
                  </a:cubicBezTo>
                  <a:cubicBezTo>
                    <a:pt x="7489" y="1607"/>
                    <a:pt x="7430" y="1691"/>
                    <a:pt x="7430" y="1762"/>
                  </a:cubicBezTo>
                  <a:lnTo>
                    <a:pt x="7430" y="3893"/>
                  </a:lnTo>
                  <a:lnTo>
                    <a:pt x="6227" y="3453"/>
                  </a:lnTo>
                  <a:cubicBezTo>
                    <a:pt x="6193" y="3442"/>
                    <a:pt x="6158" y="3437"/>
                    <a:pt x="6124" y="3437"/>
                  </a:cubicBezTo>
                  <a:cubicBezTo>
                    <a:pt x="6041" y="3437"/>
                    <a:pt x="5962" y="3469"/>
                    <a:pt x="5894" y="3536"/>
                  </a:cubicBezTo>
                  <a:cubicBezTo>
                    <a:pt x="5799" y="3620"/>
                    <a:pt x="5775" y="3739"/>
                    <a:pt x="5823" y="3858"/>
                  </a:cubicBezTo>
                  <a:lnTo>
                    <a:pt x="6085" y="4620"/>
                  </a:lnTo>
                  <a:lnTo>
                    <a:pt x="2727" y="4620"/>
                  </a:lnTo>
                  <a:cubicBezTo>
                    <a:pt x="2632" y="4620"/>
                    <a:pt x="2572" y="4691"/>
                    <a:pt x="2572" y="4763"/>
                  </a:cubicBezTo>
                  <a:cubicBezTo>
                    <a:pt x="2572" y="4858"/>
                    <a:pt x="2644" y="4917"/>
                    <a:pt x="2727" y="4917"/>
                  </a:cubicBezTo>
                  <a:lnTo>
                    <a:pt x="6204" y="4917"/>
                  </a:lnTo>
                  <a:lnTo>
                    <a:pt x="6311" y="5215"/>
                  </a:lnTo>
                  <a:lnTo>
                    <a:pt x="2727" y="5215"/>
                  </a:lnTo>
                  <a:cubicBezTo>
                    <a:pt x="2632" y="5215"/>
                    <a:pt x="2572" y="5286"/>
                    <a:pt x="2572" y="5358"/>
                  </a:cubicBezTo>
                  <a:cubicBezTo>
                    <a:pt x="2572" y="5453"/>
                    <a:pt x="2644" y="5513"/>
                    <a:pt x="2727" y="5513"/>
                  </a:cubicBezTo>
                  <a:lnTo>
                    <a:pt x="6418" y="5513"/>
                  </a:lnTo>
                  <a:lnTo>
                    <a:pt x="6668" y="6239"/>
                  </a:lnTo>
                  <a:cubicBezTo>
                    <a:pt x="6716" y="6358"/>
                    <a:pt x="6811" y="6453"/>
                    <a:pt x="6954" y="6453"/>
                  </a:cubicBezTo>
                  <a:cubicBezTo>
                    <a:pt x="7085" y="6453"/>
                    <a:pt x="7204" y="6394"/>
                    <a:pt x="7251" y="6275"/>
                  </a:cubicBezTo>
                  <a:lnTo>
                    <a:pt x="7406" y="5929"/>
                  </a:lnTo>
                  <a:lnTo>
                    <a:pt x="7406" y="6727"/>
                  </a:lnTo>
                  <a:lnTo>
                    <a:pt x="298" y="6727"/>
                  </a:lnTo>
                  <a:lnTo>
                    <a:pt x="298" y="155"/>
                  </a:ln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38"/>
          <p:cNvSpPr txBox="1">
            <a:spLocks noGrp="1"/>
          </p:cNvSpPr>
          <p:nvPr>
            <p:ph type="subTitle" idx="1"/>
          </p:nvPr>
        </p:nvSpPr>
        <p:spPr>
          <a:xfrm>
            <a:off x="3659369" y="4201437"/>
            <a:ext cx="1715534" cy="453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Aft>
                <a:spcPts val="0"/>
              </a:spcAft>
              <a:buNone/>
            </a:pPr>
            <a:r>
              <a:rPr lang="en-GB" sz="3200" b="1" dirty="0">
                <a:latin typeface="Krub" pitchFamily="2" charset="-34"/>
                <a:ea typeface="Apple Symbols" panose="02000000000000000000" pitchFamily="2" charset="-79"/>
                <a:cs typeface="Krub" pitchFamily="2" charset="-34"/>
              </a:rPr>
              <a:t>TEAM A</a:t>
            </a:r>
          </a:p>
          <a:p>
            <a:pPr marL="0" lvl="0" indent="0" algn="ctr" rtl="0">
              <a:spcAft>
                <a:spcPts val="0"/>
              </a:spcAft>
              <a:buNone/>
            </a:pPr>
            <a:endParaRPr lang="en-GB" sz="2800" b="1" dirty="0">
              <a:latin typeface="Krub" pitchFamily="2" charset="-34"/>
              <a:ea typeface="Apple Symbols" panose="02000000000000000000" pitchFamily="2" charset="-79"/>
              <a:cs typeface="Krub" pitchFamily="2" charset="-34"/>
            </a:endParaRPr>
          </a:p>
        </p:txBody>
      </p:sp>
      <p:cxnSp>
        <p:nvCxnSpPr>
          <p:cNvPr id="475" name="Google Shape;475;p38"/>
          <p:cNvCxnSpPr>
            <a:cxnSpLocks/>
          </p:cNvCxnSpPr>
          <p:nvPr/>
        </p:nvCxnSpPr>
        <p:spPr>
          <a:xfrm>
            <a:off x="3475859" y="3247074"/>
            <a:ext cx="421082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38"/>
          <p:cNvSpPr txBox="1">
            <a:spLocks noGrp="1"/>
          </p:cNvSpPr>
          <p:nvPr>
            <p:ph type="ctrTitle"/>
          </p:nvPr>
        </p:nvSpPr>
        <p:spPr>
          <a:xfrm>
            <a:off x="1115146" y="1881959"/>
            <a:ext cx="5755578" cy="895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 b="1" dirty="0"/>
              <a:t>Mite </a:t>
            </a:r>
            <a:endParaRPr sz="11500" b="1" i="1" dirty="0"/>
          </a:p>
        </p:txBody>
      </p:sp>
      <p:sp>
        <p:nvSpPr>
          <p:cNvPr id="478" name="Google Shape;478;p38"/>
          <p:cNvSpPr/>
          <p:nvPr/>
        </p:nvSpPr>
        <p:spPr>
          <a:xfrm rot="19467417">
            <a:off x="2419914" y="1408496"/>
            <a:ext cx="4434552" cy="1742363"/>
          </a:xfrm>
          <a:prstGeom prst="donut">
            <a:avLst>
              <a:gd name="adj" fmla="val 2048"/>
            </a:avLst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80;p38">
            <a:extLst>
              <a:ext uri="{FF2B5EF4-FFF2-40B4-BE49-F238E27FC236}">
                <a16:creationId xmlns:a16="http://schemas.microsoft.com/office/drawing/2014/main" id="{04F01416-22A3-5C5A-BCF5-A10C6CF80240}"/>
              </a:ext>
            </a:extLst>
          </p:cNvPr>
          <p:cNvSpPr txBox="1">
            <a:spLocks/>
          </p:cNvSpPr>
          <p:nvPr/>
        </p:nvSpPr>
        <p:spPr>
          <a:xfrm>
            <a:off x="2194094" y="2592088"/>
            <a:ext cx="5755578" cy="8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rona One"/>
              <a:buNone/>
              <a:defRPr sz="4400" b="0" i="0" u="none" strike="noStrike" cap="none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en-GB" sz="9600" b="1" dirty="0"/>
              <a:t>Lovers</a:t>
            </a:r>
            <a:endParaRPr lang="en-GB" sz="8000" b="1" i="1" dirty="0"/>
          </a:p>
        </p:txBody>
      </p:sp>
      <p:sp>
        <p:nvSpPr>
          <p:cNvPr id="11" name="Google Shape;527;p41">
            <a:extLst>
              <a:ext uri="{FF2B5EF4-FFF2-40B4-BE49-F238E27FC236}">
                <a16:creationId xmlns:a16="http://schemas.microsoft.com/office/drawing/2014/main" id="{65F97AA8-132D-8205-E922-B95484BCF1B2}"/>
              </a:ext>
            </a:extLst>
          </p:cNvPr>
          <p:cNvSpPr/>
          <p:nvPr/>
        </p:nvSpPr>
        <p:spPr>
          <a:xfrm flipH="1">
            <a:off x="5452010" y="763853"/>
            <a:ext cx="258523" cy="249422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27;p41">
            <a:extLst>
              <a:ext uri="{FF2B5EF4-FFF2-40B4-BE49-F238E27FC236}">
                <a16:creationId xmlns:a16="http://schemas.microsoft.com/office/drawing/2014/main" id="{304EEAAB-139A-CFF2-51B1-4E11CE270B08}"/>
              </a:ext>
            </a:extLst>
          </p:cNvPr>
          <p:cNvSpPr/>
          <p:nvPr/>
        </p:nvSpPr>
        <p:spPr>
          <a:xfrm flipH="1">
            <a:off x="3726790" y="3501295"/>
            <a:ext cx="266145" cy="284266"/>
          </a:xfrm>
          <a:prstGeom prst="plaqu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BC21B-A984-B44F-9FB2-5497AE7C76EC}"/>
              </a:ext>
            </a:extLst>
          </p:cNvPr>
          <p:cNvSpPr txBox="1"/>
          <p:nvPr/>
        </p:nvSpPr>
        <p:spPr>
          <a:xfrm>
            <a:off x="3714233" y="4651784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dirty="0">
                <a:solidFill>
                  <a:schemeClr val="tx1"/>
                </a:solidFill>
                <a:latin typeface="Krub" pitchFamily="2" charset="-34"/>
                <a:cs typeface="Krub" pitchFamily="2" charset="-34"/>
              </a:rPr>
              <a:t>LABPROJ - SWitCH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C1636BF4-93A0-A813-7AA4-B781923D19E6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9797B384-AAD2-591C-E8D5-621A9A8C73D7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0D8E5BCB-170E-5F87-501C-5467901D97BF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C25979D3-26FF-8300-6036-93BCF0DCB715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0D85FEFC-5C20-ECAE-D687-1C65837813A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7DF78ADB-5891-C80C-2E2F-5763655FFBAB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81637EDC-CA8D-F6A3-EE6D-7D2004733092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DCEB2BC6-161F-882D-0D24-15FB8A3E8E59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781DBE5A-4335-D93F-8551-BFBB2CAE2717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7393A9C8-B1A5-B3EA-F6C2-08369CA91795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D8AAAECB-B6E5-AF95-ACB6-4F91E2B5392A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0700F1A4-2436-28DF-0740-4441A876A8F1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E3ABF521-D128-91C0-771F-5E160C81FB1F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64C86B03-6CD5-6483-9814-88312E1E2A52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3A388FCC-DA4C-70A7-C5A7-445E9CF1CA07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BE1C72AF-8051-831E-DED7-8E83C44CB239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5E817332-68E3-4D5F-73D5-47B034E117F5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FD0EF288-D105-898C-70D9-7E472EB80D77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C1C3C84A-9D47-C1BC-0460-E9AD7E179024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3FF4B3AB-112A-6095-4E08-7E3DDD6A3207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9807FE9B-3680-AB36-00CD-1FEB9BC72A07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BBD4C5C4-980A-4F5E-2CB4-09C5AEF4A8AF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DA52B78F-6877-DE81-9C3E-C4F1FEA2098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1C597537-40DF-3295-439D-6D6058CF1353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E0868789-07AA-55E2-8206-C5E259F73AF1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A30F6CEA-A833-9DAF-9886-4A24540DA68D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D6323A69-1E64-E137-69F9-597D8AE0B289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75E8E1AA-DF22-3BD8-CF22-E882A64C8E97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6AB23881-1780-F20A-7C51-2A228EF1FF2B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270B9F90-D0B6-F9B1-58EF-3079F4481408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039D8ED2-0EDC-88BA-F1D8-3172360186BF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D3BB2C7A-750F-2E16-1895-77C751D3A016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A4ADCB33-6E38-4039-4C4F-2FB077301BC6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1447C4D0-6BA7-42F9-5D5B-5FB483C79A65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9D8280EB-C82D-BFB2-D2C2-42AD6C914BB1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EDC5C29C-6A97-49A1-16E6-7B3A5DE87B5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EB8313D9-57AB-085A-990E-543EC89A5B92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D69B7E70-96B5-CA87-6BAB-03EE21412BDC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B536C3DA-EAFD-F2CE-F721-F8B878CABB93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485;p39">
            <a:extLst>
              <a:ext uri="{FF2B5EF4-FFF2-40B4-BE49-F238E27FC236}">
                <a16:creationId xmlns:a16="http://schemas.microsoft.com/office/drawing/2014/main" id="{D003B163-3F49-FC6F-BDE1-579127918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3410" y="285523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SUMMARY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1B153-EB3E-2C4D-B0C9-D7FF88EA2E85}"/>
              </a:ext>
            </a:extLst>
          </p:cNvPr>
          <p:cNvSpPr txBox="1"/>
          <p:nvPr/>
        </p:nvSpPr>
        <p:spPr>
          <a:xfrm>
            <a:off x="635620" y="1159727"/>
            <a:ext cx="4226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>
                <a:solidFill>
                  <a:schemeClr val="tx1"/>
                </a:solidFill>
              </a:rPr>
              <a:t>User Cases Diagrams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Administrator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	Sequence Diagrams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	Class Diagrams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User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	Sequence Diagrams</a:t>
            </a:r>
          </a:p>
          <a:p>
            <a:pPr>
              <a:tabLst>
                <a:tab pos="441325" algn="l"/>
              </a:tabLst>
            </a:pPr>
            <a:r>
              <a:rPr lang="en-PT">
                <a:solidFill>
                  <a:schemeClr val="tx1"/>
                </a:solidFill>
              </a:rPr>
              <a:t>		Class Diagrams</a:t>
            </a:r>
          </a:p>
          <a:p>
            <a:pPr>
              <a:tabLst>
                <a:tab pos="441325" algn="l"/>
              </a:tabLst>
            </a:pPr>
            <a:r>
              <a:rPr lang="en-PT" dirty="0">
                <a:solidFill>
                  <a:schemeClr val="tx1"/>
                </a:solidFill>
              </a:rPr>
              <a:t>	Buyer</a:t>
            </a:r>
          </a:p>
          <a:p>
            <a:pPr>
              <a:tabLst>
                <a:tab pos="441325" algn="l"/>
              </a:tabLst>
            </a:pPr>
            <a:endParaRPr lang="en-PT" dirty="0">
              <a:solidFill>
                <a:schemeClr val="tx1"/>
              </a:solidFill>
            </a:endParaRPr>
          </a:p>
          <a:p>
            <a:pPr lvl="1"/>
            <a:r>
              <a:rPr lang="en-PT" dirty="0">
                <a:solidFill>
                  <a:schemeClr val="tx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2CFC41F8-E87B-6F3A-3CB7-BBF77A13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8683;p81">
            <a:extLst>
              <a:ext uri="{FF2B5EF4-FFF2-40B4-BE49-F238E27FC236}">
                <a16:creationId xmlns:a16="http://schemas.microsoft.com/office/drawing/2014/main" id="{EBFDAD96-0F57-B5FA-A2B5-CBED143C0A78}"/>
              </a:ext>
            </a:extLst>
          </p:cNvPr>
          <p:cNvGrpSpPr/>
          <p:nvPr/>
        </p:nvGrpSpPr>
        <p:grpSpPr>
          <a:xfrm rot="15088340">
            <a:off x="7674950" y="3562054"/>
            <a:ext cx="1891058" cy="2085706"/>
            <a:chOff x="4206459" y="1191441"/>
            <a:chExt cx="712557" cy="785901"/>
          </a:xfrm>
        </p:grpSpPr>
        <p:sp>
          <p:nvSpPr>
            <p:cNvPr id="573" name="Google Shape;8684;p81">
              <a:extLst>
                <a:ext uri="{FF2B5EF4-FFF2-40B4-BE49-F238E27FC236}">
                  <a16:creationId xmlns:a16="http://schemas.microsoft.com/office/drawing/2014/main" id="{62C9BE8A-884D-6FCF-707E-9B90523CBF83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685;p81">
              <a:extLst>
                <a:ext uri="{FF2B5EF4-FFF2-40B4-BE49-F238E27FC236}">
                  <a16:creationId xmlns:a16="http://schemas.microsoft.com/office/drawing/2014/main" id="{98F7F57A-22A3-50C8-273E-A848F0463035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686;p81">
              <a:extLst>
                <a:ext uri="{FF2B5EF4-FFF2-40B4-BE49-F238E27FC236}">
                  <a16:creationId xmlns:a16="http://schemas.microsoft.com/office/drawing/2014/main" id="{C4ED3FC7-CC98-A726-9790-90C3A809D2CB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687;p81">
              <a:extLst>
                <a:ext uri="{FF2B5EF4-FFF2-40B4-BE49-F238E27FC236}">
                  <a16:creationId xmlns:a16="http://schemas.microsoft.com/office/drawing/2014/main" id="{BC5BBEC6-DFC6-B6D9-7C50-16D5A2ABA6D8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8688;p81">
              <a:extLst>
                <a:ext uri="{FF2B5EF4-FFF2-40B4-BE49-F238E27FC236}">
                  <a16:creationId xmlns:a16="http://schemas.microsoft.com/office/drawing/2014/main" id="{649D65A7-6FD0-78D5-3593-BF32039BF8AC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07" name="Google Shape;8689;p81">
                <a:extLst>
                  <a:ext uri="{FF2B5EF4-FFF2-40B4-BE49-F238E27FC236}">
                    <a16:creationId xmlns:a16="http://schemas.microsoft.com/office/drawing/2014/main" id="{A41A46ED-6928-7F71-1F1C-D37D7B72503E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8690;p81">
                <a:extLst>
                  <a:ext uri="{FF2B5EF4-FFF2-40B4-BE49-F238E27FC236}">
                    <a16:creationId xmlns:a16="http://schemas.microsoft.com/office/drawing/2014/main" id="{5C46247A-2E33-D1EF-E749-348B6323A841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8691;p81">
                <a:extLst>
                  <a:ext uri="{FF2B5EF4-FFF2-40B4-BE49-F238E27FC236}">
                    <a16:creationId xmlns:a16="http://schemas.microsoft.com/office/drawing/2014/main" id="{8483521D-7168-4C1F-2F2B-D6A0B6EE2DA3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8692;p81">
                <a:extLst>
                  <a:ext uri="{FF2B5EF4-FFF2-40B4-BE49-F238E27FC236}">
                    <a16:creationId xmlns:a16="http://schemas.microsoft.com/office/drawing/2014/main" id="{830B790F-B7E3-F0AC-37AF-942DA0F4B62C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8693;p81">
              <a:extLst>
                <a:ext uri="{FF2B5EF4-FFF2-40B4-BE49-F238E27FC236}">
                  <a16:creationId xmlns:a16="http://schemas.microsoft.com/office/drawing/2014/main" id="{21099B46-1AB7-E62B-D425-62C1DFA69F1C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03" name="Google Shape;8694;p81">
                <a:extLst>
                  <a:ext uri="{FF2B5EF4-FFF2-40B4-BE49-F238E27FC236}">
                    <a16:creationId xmlns:a16="http://schemas.microsoft.com/office/drawing/2014/main" id="{3BF8A1B7-96C0-CD36-866D-9D43F9015E71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8695;p81">
                <a:extLst>
                  <a:ext uri="{FF2B5EF4-FFF2-40B4-BE49-F238E27FC236}">
                    <a16:creationId xmlns:a16="http://schemas.microsoft.com/office/drawing/2014/main" id="{D7051B58-50A1-38E3-24AD-8A9A8566E9EC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8696;p81">
                <a:extLst>
                  <a:ext uri="{FF2B5EF4-FFF2-40B4-BE49-F238E27FC236}">
                    <a16:creationId xmlns:a16="http://schemas.microsoft.com/office/drawing/2014/main" id="{413CAE41-02B8-11E1-F2C0-E4C62A794FD0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8697;p81">
                <a:extLst>
                  <a:ext uri="{FF2B5EF4-FFF2-40B4-BE49-F238E27FC236}">
                    <a16:creationId xmlns:a16="http://schemas.microsoft.com/office/drawing/2014/main" id="{B1371169-8183-DDE9-AC3E-488AD5383EAA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9" name="Google Shape;8698;p81">
              <a:extLst>
                <a:ext uri="{FF2B5EF4-FFF2-40B4-BE49-F238E27FC236}">
                  <a16:creationId xmlns:a16="http://schemas.microsoft.com/office/drawing/2014/main" id="{A4F96F91-3DFD-4452-974C-D62F221FEF5B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599" name="Google Shape;8699;p81">
                <a:extLst>
                  <a:ext uri="{FF2B5EF4-FFF2-40B4-BE49-F238E27FC236}">
                    <a16:creationId xmlns:a16="http://schemas.microsoft.com/office/drawing/2014/main" id="{C63BF383-22AE-D842-167D-F3107832D0E7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8700;p81">
                <a:extLst>
                  <a:ext uri="{FF2B5EF4-FFF2-40B4-BE49-F238E27FC236}">
                    <a16:creationId xmlns:a16="http://schemas.microsoft.com/office/drawing/2014/main" id="{3C2B9E7E-5A2B-6E64-ED56-7FCF3941A449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8701;p81">
                <a:extLst>
                  <a:ext uri="{FF2B5EF4-FFF2-40B4-BE49-F238E27FC236}">
                    <a16:creationId xmlns:a16="http://schemas.microsoft.com/office/drawing/2014/main" id="{EBEF043C-B6C4-984B-F80A-A96374808DA3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8702;p81">
                <a:extLst>
                  <a:ext uri="{FF2B5EF4-FFF2-40B4-BE49-F238E27FC236}">
                    <a16:creationId xmlns:a16="http://schemas.microsoft.com/office/drawing/2014/main" id="{C7D11EA8-E3BE-EAD3-F14A-1EC4DF9F7C5F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8703;p81">
              <a:extLst>
                <a:ext uri="{FF2B5EF4-FFF2-40B4-BE49-F238E27FC236}">
                  <a16:creationId xmlns:a16="http://schemas.microsoft.com/office/drawing/2014/main" id="{66FCCB61-F236-E4B4-B5CE-C45484E0FB6C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595" name="Google Shape;8704;p81">
                <a:extLst>
                  <a:ext uri="{FF2B5EF4-FFF2-40B4-BE49-F238E27FC236}">
                    <a16:creationId xmlns:a16="http://schemas.microsoft.com/office/drawing/2014/main" id="{12980A18-55B6-E0AC-DCEE-495D8995AA60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8705;p81">
                <a:extLst>
                  <a:ext uri="{FF2B5EF4-FFF2-40B4-BE49-F238E27FC236}">
                    <a16:creationId xmlns:a16="http://schemas.microsoft.com/office/drawing/2014/main" id="{442327DB-6AC8-D028-FB2D-6F17D1A0A64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8706;p81">
                <a:extLst>
                  <a:ext uri="{FF2B5EF4-FFF2-40B4-BE49-F238E27FC236}">
                    <a16:creationId xmlns:a16="http://schemas.microsoft.com/office/drawing/2014/main" id="{91384018-C0F7-5292-885C-BF355FFDF15F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8707;p81">
                <a:extLst>
                  <a:ext uri="{FF2B5EF4-FFF2-40B4-BE49-F238E27FC236}">
                    <a16:creationId xmlns:a16="http://schemas.microsoft.com/office/drawing/2014/main" id="{0CD33E95-0C46-434E-7457-9EA484C944E4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1" name="Google Shape;8708;p81">
              <a:extLst>
                <a:ext uri="{FF2B5EF4-FFF2-40B4-BE49-F238E27FC236}">
                  <a16:creationId xmlns:a16="http://schemas.microsoft.com/office/drawing/2014/main" id="{C873614F-C2FD-160D-30D3-22E4BE243100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709;p81">
              <a:extLst>
                <a:ext uri="{FF2B5EF4-FFF2-40B4-BE49-F238E27FC236}">
                  <a16:creationId xmlns:a16="http://schemas.microsoft.com/office/drawing/2014/main" id="{E6C4F6A3-EC96-80DA-9561-2A1BE6130B3C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710;p81">
              <a:extLst>
                <a:ext uri="{FF2B5EF4-FFF2-40B4-BE49-F238E27FC236}">
                  <a16:creationId xmlns:a16="http://schemas.microsoft.com/office/drawing/2014/main" id="{9309C43A-C21F-0B3A-B8A6-73E911CB75C7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711;p81">
              <a:extLst>
                <a:ext uri="{FF2B5EF4-FFF2-40B4-BE49-F238E27FC236}">
                  <a16:creationId xmlns:a16="http://schemas.microsoft.com/office/drawing/2014/main" id="{9AC61782-2F0B-B923-5930-08CD95F97E5C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8712;p81">
              <a:extLst>
                <a:ext uri="{FF2B5EF4-FFF2-40B4-BE49-F238E27FC236}">
                  <a16:creationId xmlns:a16="http://schemas.microsoft.com/office/drawing/2014/main" id="{4B38DB24-B472-4C6A-27D4-B5E40CBB74D5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591" name="Google Shape;8713;p81">
                <a:extLst>
                  <a:ext uri="{FF2B5EF4-FFF2-40B4-BE49-F238E27FC236}">
                    <a16:creationId xmlns:a16="http://schemas.microsoft.com/office/drawing/2014/main" id="{086BA817-30A1-2A81-B2EF-16CADA0AB9CD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8714;p81">
                <a:extLst>
                  <a:ext uri="{FF2B5EF4-FFF2-40B4-BE49-F238E27FC236}">
                    <a16:creationId xmlns:a16="http://schemas.microsoft.com/office/drawing/2014/main" id="{923D19D0-AEA2-AE00-BBF4-3630CD338CFE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8715;p81">
                <a:extLst>
                  <a:ext uri="{FF2B5EF4-FFF2-40B4-BE49-F238E27FC236}">
                    <a16:creationId xmlns:a16="http://schemas.microsoft.com/office/drawing/2014/main" id="{7C9E8BD6-E435-46BB-E6A4-363C8B28759F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8716;p81">
                <a:extLst>
                  <a:ext uri="{FF2B5EF4-FFF2-40B4-BE49-F238E27FC236}">
                    <a16:creationId xmlns:a16="http://schemas.microsoft.com/office/drawing/2014/main" id="{CADA9DBF-6A9F-CE32-EB25-FD40889E9A17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6" name="Google Shape;8717;p81">
              <a:extLst>
                <a:ext uri="{FF2B5EF4-FFF2-40B4-BE49-F238E27FC236}">
                  <a16:creationId xmlns:a16="http://schemas.microsoft.com/office/drawing/2014/main" id="{B8D3985D-5BE6-37D4-8F59-7BDB0A41E38D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7" name="Google Shape;8718;p81">
                <a:extLst>
                  <a:ext uri="{FF2B5EF4-FFF2-40B4-BE49-F238E27FC236}">
                    <a16:creationId xmlns:a16="http://schemas.microsoft.com/office/drawing/2014/main" id="{A106FD91-F2F4-CE2E-1788-7BAB3131FA7C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8719;p81">
                <a:extLst>
                  <a:ext uri="{FF2B5EF4-FFF2-40B4-BE49-F238E27FC236}">
                    <a16:creationId xmlns:a16="http://schemas.microsoft.com/office/drawing/2014/main" id="{A072D585-AED8-3E5F-76F2-2B56ECB2ABB8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8720;p81">
                <a:extLst>
                  <a:ext uri="{FF2B5EF4-FFF2-40B4-BE49-F238E27FC236}">
                    <a16:creationId xmlns:a16="http://schemas.microsoft.com/office/drawing/2014/main" id="{FFBA5734-DDE4-DA56-7691-29566C52E4E0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8721;p81">
                <a:extLst>
                  <a:ext uri="{FF2B5EF4-FFF2-40B4-BE49-F238E27FC236}">
                    <a16:creationId xmlns:a16="http://schemas.microsoft.com/office/drawing/2014/main" id="{23129D32-76ED-7F21-2847-A61CA47E0FCC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485;p39">
            <a:extLst>
              <a:ext uri="{FF2B5EF4-FFF2-40B4-BE49-F238E27FC236}">
                <a16:creationId xmlns:a16="http://schemas.microsoft.com/office/drawing/2014/main" id="{7559BA42-C4E1-63A6-858C-3703B40C44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3410" y="285523"/>
            <a:ext cx="431718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USER CASES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05182867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13699</TotalTime>
  <Words>36</Words>
  <Application>Microsoft Macintosh PowerPoint</Application>
  <PresentationFormat>On-screen Show (16:9)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Krub</vt:lpstr>
      <vt:lpstr>Arial</vt:lpstr>
      <vt:lpstr>Arimo</vt:lpstr>
      <vt:lpstr>Krona One</vt:lpstr>
      <vt:lpstr>Creative Startup Pitch Deck</vt:lpstr>
      <vt:lpstr>Mite </vt:lpstr>
      <vt:lpstr>SUMMARY</vt:lpstr>
      <vt:lpstr>USER CASES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Roger Paixão Marques</cp:lastModifiedBy>
  <cp:revision>5</cp:revision>
  <dcterms:modified xsi:type="dcterms:W3CDTF">2026-01-15T23:21:19Z</dcterms:modified>
</cp:coreProperties>
</file>